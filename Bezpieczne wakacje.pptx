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5" autoAdjust="0"/>
    <p:restoredTop sz="94660"/>
  </p:normalViewPr>
  <p:slideViewPr>
    <p:cSldViewPr snapToGrid="0">
      <p:cViewPr>
        <p:scale>
          <a:sx n="69" d="100"/>
          <a:sy n="69" d="100"/>
        </p:scale>
        <p:origin x="85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5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338929E-7FD2-400C-AC4E-B6AB0A8E3597}" type="datetime1">
              <a:rPr lang="pl-PL" smtClean="0"/>
              <a:t>02.06.2019</a:t>
            </a:fld>
            <a:endParaRPr lang="pl-PL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3D6C8-9595-438B-A379-B94BCAA7C30B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 dirty="0"/>
              <a:t>Kliknij, aby edytować style wzorców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4916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da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sp>
        <p:nvSpPr>
          <p:cNvPr id="5" name="niebo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pic>
        <p:nvPicPr>
          <p:cNvPr id="6" name="woda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woda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rostokąt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l-PL" noProof="0"/>
              <a:t>Kliknij, aby edytować styl wzorca podtytułu</a:t>
            </a:r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570873B-EB7B-4E60-A5A9-130AD3794ED9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iebo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pl-PL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59DC175-16CA-4814-A589-8140C3EAE8B7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823418C-F534-4634-BA25-2C6DDCEA3CA1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0DAC014-7092-4277-A7F3-E8CE069D1613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BF58DB7-5F90-48C6-AEC2-607D10D99769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iebo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pl-PL" noProof="0" dirty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AC1FA12-AD2F-44B6-B060-6ACD895BA0D1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F9B2EF5-B081-471B-81F2-0650A9AC3819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Obraz — symbol zastępczy 2" descr="Pusty symbol zastępczy pozwalający dodać obraz. Kliknij symbol zastępczy i wybierz obraz, który chcesz dodać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 dirty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C8A9F17-DA90-4799-A78B-240869205DDD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217C2F1-40C7-43DF-90A8-6B0EDCCA86D7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B064BDD-2D4A-4983-B149-4BE04D5E3EA1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iebo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pl-PL" noProof="0" dirty="0"/>
          </a:p>
        </p:txBody>
      </p:sp>
      <p:sp>
        <p:nvSpPr>
          <p:cNvPr id="8" name="woda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 dirty="0"/>
          </a:p>
        </p:txBody>
      </p:sp>
      <p:pic>
        <p:nvPicPr>
          <p:cNvPr id="9" name="woda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woda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-PL" noProof="0" dirty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 dirty="0"/>
              <a:t>Kliknij, aby edytować style wzorców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 dirty="0"/>
              <a:t>Dodaj stopkę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FABB5285-ED86-46C8-A251-1DB1ACFC69BD}" type="datetime1">
              <a:rPr lang="pl-PL" smtClean="0"/>
              <a:pPr/>
              <a:t>02.06.2019</a:t>
            </a:fld>
            <a:endParaRPr lang="pl-PL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l-PL" dirty="0"/>
              <a:t>Bezpieczne wakacje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l-PL" dirty="0"/>
              <a:t>Stanisław Piechota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BB825E-FC93-488B-9904-474C3D25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GÓRY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A12C176-8EAE-4F26-B0C7-247D0B4A7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4132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106915-D752-431F-8CFB-60748BED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do podróży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1AF79B-4E42-4017-887A-49359094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Zaopatrz się w mapę, przewodnik</a:t>
            </a:r>
          </a:p>
          <a:p>
            <a:r>
              <a:rPr lang="pl-PL" dirty="0"/>
              <a:t>Weź przyrządy nawigacyjne, np. kompas</a:t>
            </a:r>
          </a:p>
          <a:p>
            <a:r>
              <a:rPr lang="pl-PL" dirty="0"/>
              <a:t>Sprawdź dostępne szlaki</a:t>
            </a:r>
          </a:p>
          <a:p>
            <a:r>
              <a:rPr lang="pl-PL" dirty="0"/>
              <a:t>Rozpatrz możliwości powrotu ze szlaku</a:t>
            </a:r>
          </a:p>
          <a:p>
            <a:r>
              <a:rPr lang="pl-PL" dirty="0"/>
              <a:t>Zaplanuj trasę</a:t>
            </a:r>
          </a:p>
          <a:p>
            <a:r>
              <a:rPr lang="pl-PL" dirty="0"/>
              <a:t>Naszykuj sprzęt, np. wygodne buty</a:t>
            </a:r>
          </a:p>
          <a:p>
            <a:r>
              <a:rPr lang="pl-PL" dirty="0"/>
              <a:t>Sprawdź prognozę pogody</a:t>
            </a:r>
          </a:p>
          <a:p>
            <a:r>
              <a:rPr lang="pl-PL" dirty="0"/>
              <a:t>Na stronie GOPR-u zawsze możesz sprawdzić aktualne warunki panujące w górach</a:t>
            </a:r>
          </a:p>
        </p:txBody>
      </p:sp>
    </p:spTree>
    <p:extLst>
      <p:ext uri="{BB962C8B-B14F-4D97-AF65-F5344CB8AC3E}">
        <p14:creationId xmlns:p14="http://schemas.microsoft.com/office/powerpoint/2010/main" val="57357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201FC3-21CA-4BCB-ABE5-7B8D5094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Wycieczka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D7EDB8-2155-4E2A-9843-4E6A6D368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Poruszaj się wyłącznie z dorosłym</a:t>
            </a:r>
          </a:p>
          <a:p>
            <a:r>
              <a:rPr lang="pl-PL" dirty="0"/>
              <a:t>Jeśli pogoda będzie zła zawróć</a:t>
            </a:r>
          </a:p>
          <a:p>
            <a:r>
              <a:rPr lang="pl-PL" dirty="0"/>
              <a:t>Poruszaj się wyłącznie oznakowanym szlakiem</a:t>
            </a:r>
          </a:p>
          <a:p>
            <a:r>
              <a:rPr lang="pl-PL" dirty="0"/>
              <a:t>Poruszaj się trasą dostosowaną do twoich możliwości fizycznych</a:t>
            </a:r>
          </a:p>
          <a:p>
            <a:r>
              <a:rPr lang="pl-PL" dirty="0"/>
              <a:t>Weź ze sobą naładowany telefon</a:t>
            </a:r>
          </a:p>
          <a:p>
            <a:r>
              <a:rPr lang="pl-PL" dirty="0"/>
              <a:t>Gdy coś się stanie możesz zadzwonić na kilka numerów: 112, 601 100 300 lub 985 – GOPR Polska</a:t>
            </a:r>
          </a:p>
        </p:txBody>
      </p:sp>
    </p:spTree>
    <p:extLst>
      <p:ext uri="{BB962C8B-B14F-4D97-AF65-F5344CB8AC3E}">
        <p14:creationId xmlns:p14="http://schemas.microsoft.com/office/powerpoint/2010/main" val="366675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95AA43-61A4-4F4C-B31D-D657BCE6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MORZE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FB614FD-EDBD-4609-B3B0-FB1410A9F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5173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442420-30A2-432E-B460-F70FF91C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kąpieli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905591-2C7E-4658-9AD1-EB1D5FD7D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9509760" cy="4564796"/>
          </a:xfrm>
        </p:spPr>
        <p:txBody>
          <a:bodyPr>
            <a:normAutofit lnSpcReduction="10000"/>
          </a:bodyPr>
          <a:lstStyle/>
          <a:p>
            <a:r>
              <a:rPr lang="pl-PL" dirty="0"/>
              <a:t>Kąp się w strzeżonych kąpieliskach (kąpiąc się w niedozwolonych miejscach ryzykujesz życie)</a:t>
            </a:r>
          </a:p>
          <a:p>
            <a:r>
              <a:rPr lang="pl-PL" dirty="0"/>
              <a:t>Na głębszą wodę wchodź z dorosłym</a:t>
            </a:r>
          </a:p>
          <a:p>
            <a:r>
              <a:rPr lang="pl-PL" dirty="0"/>
              <a:t>Nie skacz do wody (na nieznanym gruncie)</a:t>
            </a:r>
          </a:p>
          <a:p>
            <a:r>
              <a:rPr lang="pl-PL" dirty="0"/>
              <a:t>Nie wchodź do wody, gdy wywieszona jest czerwona flaga</a:t>
            </a:r>
          </a:p>
          <a:p>
            <a:r>
              <a:rPr lang="pl-PL" dirty="0"/>
              <a:t>Nie wypływaj zbyt głęboko na dmuchanych materacach, itp.</a:t>
            </a:r>
          </a:p>
          <a:p>
            <a:r>
              <a:rPr lang="pl-PL" dirty="0"/>
              <a:t>Pamiętaj, że wszystkie informacje o stanie wody znajdziesz na tablicach informacyjnych WOPR-u, np. o skażeniach wody</a:t>
            </a:r>
          </a:p>
          <a:p>
            <a:r>
              <a:rPr lang="pl-PL" dirty="0"/>
              <a:t>Gdy zaczynasz tonąć zachowaj spokój – nie miotaj się, uderzaj wyprostowaną ręką o powierzchnię wody</a:t>
            </a:r>
          </a:p>
          <a:p>
            <a:r>
              <a:rPr lang="pl-PL" dirty="0"/>
              <a:t>Nie przebywaj zbyt długo w zimnej wodzie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485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5A49D0-43BD-481A-8711-4A5670DC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 plaży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25336D-CD95-4047-92DA-46CADD78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Używaj kremów z filtrem</a:t>
            </a:r>
          </a:p>
          <a:p>
            <a:r>
              <a:rPr lang="pl-PL" dirty="0"/>
              <a:t>Wieczorem na plaży albo nad jeziorem dobrze jest użyć środka przeciwko komarom</a:t>
            </a:r>
          </a:p>
          <a:p>
            <a:r>
              <a:rPr lang="pl-PL" dirty="0"/>
              <a:t>Widząc jakieś zdarzenie reaguj – dzwoń pod numery: 112, 601 100 100 lub 984 - WOPR</a:t>
            </a:r>
          </a:p>
        </p:txBody>
      </p:sp>
    </p:spTree>
    <p:extLst>
      <p:ext uri="{BB962C8B-B14F-4D97-AF65-F5344CB8AC3E}">
        <p14:creationId xmlns:p14="http://schemas.microsoft.com/office/powerpoint/2010/main" val="274001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AAEA66-EE48-43BA-B242-0ADA343DE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 MIEŚCIE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9EEC780-8B48-4731-9DE1-D0C330C38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083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5E7E8B-1914-4108-8C9C-A1A68425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420D9E-F61F-4FA0-A159-C8A41E40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Robiąc coś w domu uważaj na: gaz, prąd, ogień, ostre narzędzia, glutaminian sodu, inozynian monosodowy </a:t>
            </a:r>
            <a:r>
              <a:rPr lang="pl-PL" dirty="0">
                <a:sym typeface="Wingdings" panose="05000000000000000000" pitchFamily="2" charset="2"/>
              </a:rPr>
              <a:t></a:t>
            </a:r>
            <a:endParaRPr lang="pl-PL" dirty="0"/>
          </a:p>
          <a:p>
            <a:r>
              <a:rPr lang="pl-PL" dirty="0"/>
              <a:t>Gdy nieznajomy dzwoni do domu podając się za dostawcę ulotek lepiej nie otwieraj – wpuszczając go ułatwiasz dostęp do mieszkania potencjalnemu włamywaczowi</a:t>
            </a:r>
          </a:p>
          <a:p>
            <a:r>
              <a:rPr lang="pl-PL" dirty="0"/>
              <a:t>Gdy będziesz świadkiem wypadku udziel pierwszej pomocy</a:t>
            </a:r>
          </a:p>
          <a:p>
            <a:r>
              <a:rPr lang="pl-PL" dirty="0"/>
              <a:t>Pamiętaj, że ulica to nie miejsce na imprezę</a:t>
            </a:r>
          </a:p>
          <a:p>
            <a:r>
              <a:rPr lang="pl-PL" dirty="0"/>
              <a:t>Uczestnicząc w ruchu drogowym</a:t>
            </a:r>
          </a:p>
        </p:txBody>
      </p:sp>
    </p:spTree>
    <p:extLst>
      <p:ext uri="{BB962C8B-B14F-4D97-AF65-F5344CB8AC3E}">
        <p14:creationId xmlns:p14="http://schemas.microsoft.com/office/powerpoint/2010/main" val="367017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BB1ECB-F632-4568-A549-0C5E6F33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 INTERNECIE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865891E-0997-4E84-913B-CAFF1111F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812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A511EA-11FE-4D6A-A3BD-9AB05F4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bezpieczeństwa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EA1C5F-5CAC-4483-9BAB-D465A898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Pamiętaj, że internet to miejsce pełne informacji, również o tobie i należałoby je chronić przed cyberprzestępcami</a:t>
            </a:r>
          </a:p>
          <a:p>
            <a:r>
              <a:rPr lang="pl-PL" dirty="0"/>
              <a:t>Podając komuś dane konta bankowego, np. login wystawiasz się na możliwość ataku „Brute Force” – próby  złamania hasła</a:t>
            </a:r>
          </a:p>
          <a:p>
            <a:r>
              <a:rPr lang="pl-PL" dirty="0"/>
              <a:t>Unikaj korzystania z darmowego Wi-Fi – w takiej sieci bardzo prosto śledzić twoje działania</a:t>
            </a:r>
          </a:p>
          <a:p>
            <a:r>
              <a:rPr lang="pl-PL" dirty="0"/>
              <a:t>Nie wchodź na „podejrzane” strony internetowe – mogą zawierać oprogramowanie szpiegujące</a:t>
            </a:r>
          </a:p>
          <a:p>
            <a:r>
              <a:rPr lang="pl-PL" dirty="0"/>
              <a:t>W żadnym wypadku nie wyłączaj programu Windows Defender oraz antywirusa</a:t>
            </a:r>
          </a:p>
          <a:p>
            <a:r>
              <a:rPr lang="pl-PL" dirty="0"/>
              <a:t>Nie próbuj pobierać zhakowanych programów z You Tube’a – z doświadczenia mogę powiedzieć, że to się źle skończy</a:t>
            </a:r>
          </a:p>
        </p:txBody>
      </p:sp>
    </p:spTree>
    <p:extLst>
      <p:ext uri="{BB962C8B-B14F-4D97-AF65-F5344CB8AC3E}">
        <p14:creationId xmlns:p14="http://schemas.microsoft.com/office/powerpoint/2010/main" val="240726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E657DB-5EA3-4C21-9C21-96C80EF9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DzIęKuJę</a:t>
            </a:r>
            <a:r>
              <a:rPr lang="pl-PL" dirty="0"/>
              <a:t> Za </a:t>
            </a:r>
            <a:r>
              <a:rPr lang="pl-PL" dirty="0" err="1"/>
              <a:t>UwAgĘ</a:t>
            </a:r>
            <a:r>
              <a:rPr lang="pl-PL"/>
              <a:t>!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3B193B-2D57-49CD-9DF5-355330BAD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699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: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5_TF02895256.potx" id="{F555F377-2D4B-434B-A9FD-AB25778809FF}" vid="{462762B0-2F80-4B26-A34D-64CC9DA7CE2E}"/>
    </a:ext>
  </a:extLst>
</a:theme>
</file>

<file path=ppt/theme/theme2.xml><?xml version="1.0" encoding="utf-8"?>
<a:theme xmlns:a="http://schemas.openxmlformats.org/drawingml/2006/main" name="Motyw pakietu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 z obrazem oceanu (panoramiczna)</Template>
  <TotalTime>123</TotalTime>
  <Words>403</Words>
  <Application>Microsoft Office PowerPoint</Application>
  <PresentationFormat>Panoramiczny</PresentationFormat>
  <Paragraphs>50</Paragraphs>
  <Slides>12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Arial</vt:lpstr>
      <vt:lpstr>Georgia</vt:lpstr>
      <vt:lpstr>Ocean 16:9</vt:lpstr>
      <vt:lpstr>Bezpieczne wakacje</vt:lpstr>
      <vt:lpstr>GÓRY</vt:lpstr>
      <vt:lpstr>Przygotowanie do podróży</vt:lpstr>
      <vt:lpstr>Wycieczka</vt:lpstr>
      <vt:lpstr>MORZE</vt:lpstr>
      <vt:lpstr>Zasady kąpieli</vt:lpstr>
      <vt:lpstr>Na plaży</vt:lpstr>
      <vt:lpstr>W MIEŚCIE</vt:lpstr>
      <vt:lpstr>Zasady</vt:lpstr>
      <vt:lpstr>W INTERNECIE</vt:lpstr>
      <vt:lpstr>Zasady bezpieczeństwa</vt:lpstr>
      <vt:lpstr>DzIęKuJę Za UwAgĘ!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Bezpieczne wakacje</dc:title>
  <dc:creator>Stasio</dc:creator>
  <cp:lastModifiedBy>Stasio</cp:lastModifiedBy>
  <cp:revision>11</cp:revision>
  <dcterms:created xsi:type="dcterms:W3CDTF">2019-06-02T16:54:25Z</dcterms:created>
  <dcterms:modified xsi:type="dcterms:W3CDTF">2019-06-02T18:57:48Z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