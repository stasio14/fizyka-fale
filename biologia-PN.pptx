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ajd tytułowy">
    <p:spTree>
      <p:nvGrpSpPr>
        <p:cNvPr id="1" name=""/>
        <p:cNvGrpSpPr/>
        <p:nvPr/>
      </p:nvGrpSpPr>
      <p:grpSpPr>
        <a:xfrm>
          <a:off x="0" y="0"/>
          <a:ext cx="0" cy="0"/>
          <a:chOff x="0" y="0"/>
          <a:chExt cx="0" cy="0"/>
        </a:xfrm>
      </p:grpSpPr>
      <p:grpSp>
        <p:nvGrpSpPr>
          <p:cNvPr id="7" name="Group 42"/>
          <p:cNvGrpSpPr/>
          <p:nvPr/>
        </p:nvGrpSpPr>
        <p:grpSpPr>
          <a:xfrm>
            <a:off x="-382404" y="0"/>
            <a:ext cx="9932332" cy="6858000"/>
            <a:chOff x="-382404" y="0"/>
            <a:chExt cx="9932332" cy="6858000"/>
          </a:xfrm>
        </p:grpSpPr>
        <p:grpSp>
          <p:nvGrpSpPr>
            <p:cNvPr id="8" name="Group 44"/>
            <p:cNvGrpSpPr/>
            <p:nvPr/>
          </p:nvGrpSpPr>
          <p:grpSpPr>
            <a:xfrm>
              <a:off x="0" y="0"/>
              <a:ext cx="9144000" cy="6858000"/>
              <a:chOff x="0" y="0"/>
              <a:chExt cx="9144000" cy="6858000"/>
            </a:xfrm>
          </p:grpSpPr>
          <p:grpSp>
            <p:nvGrpSpPr>
              <p:cNvPr id="9" name="Group 4"/>
              <p:cNvGrpSpPr/>
              <p:nvPr/>
            </p:nvGrpSpPr>
            <p:grpSpPr>
              <a:xfrm>
                <a:off x="0" y="0"/>
                <a:ext cx="2514600" cy="6858000"/>
                <a:chOff x="0" y="0"/>
                <a:chExt cx="2514600" cy="6858000"/>
              </a:xfrm>
            </p:grpSpPr>
            <p:sp>
              <p:nvSpPr>
                <p:cNvPr id="115" name="Rectangle 11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6"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7"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5"/>
              <p:cNvGrpSpPr/>
              <p:nvPr/>
            </p:nvGrpSpPr>
            <p:grpSpPr>
              <a:xfrm>
                <a:off x="422910" y="0"/>
                <a:ext cx="2514600" cy="6858000"/>
                <a:chOff x="0" y="0"/>
                <a:chExt cx="2514600" cy="6858000"/>
              </a:xfrm>
            </p:grpSpPr>
            <p:sp>
              <p:nvSpPr>
                <p:cNvPr id="85" name="Rectangle 84"/>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11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Rectangle 80"/>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5" name="Freeform 44"/>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 name="Freeform 50"/>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2" name="Freeform 51"/>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3" name="Hexagon 52"/>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Hexagon 53"/>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Hexagon 54"/>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Hexagon 55"/>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Hexagon 56"/>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Freeform 57"/>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Hexagon 58"/>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Hexagon 59"/>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Hexagon 60"/>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Hexagon 61"/>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Hexagon 62"/>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Hexagon 63"/>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Hexagon 64"/>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Hexagon 65"/>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Hexagon 66"/>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Freeform 67"/>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Freeform 68"/>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p:cNvSpPr/>
          <p:nvPr/>
        </p:nvSpPr>
        <p:spPr>
          <a:xfrm>
            <a:off x="4649096" y="-21511"/>
            <a:ext cx="3505200" cy="231288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4733365" y="2708476"/>
            <a:ext cx="3313355" cy="1702160"/>
          </a:xfrm>
        </p:spPr>
        <p:txBody>
          <a:bodyPr>
            <a:normAutofit/>
          </a:bodyPr>
          <a:lstStyle>
            <a:lvl1pPr>
              <a:defRPr sz="3600"/>
            </a:lvl1pPr>
          </a:lstStyle>
          <a:p>
            <a:r>
              <a:rPr lang="pl-PL" smtClean="0"/>
              <a:t>Kliknij, aby edytować styl</a:t>
            </a:r>
            <a:endParaRPr lang="en-US" dirty="0"/>
          </a:p>
        </p:txBody>
      </p:sp>
      <p:sp>
        <p:nvSpPr>
          <p:cNvPr id="3" name="Subtitle 2"/>
          <p:cNvSpPr>
            <a:spLocks noGrp="1"/>
          </p:cNvSpPr>
          <p:nvPr>
            <p:ph type="subTitle" idx="1"/>
          </p:nvPr>
        </p:nvSpPr>
        <p:spPr>
          <a:xfrm>
            <a:off x="4733365" y="4421080"/>
            <a:ext cx="3309803" cy="1260629"/>
          </a:xfrm>
        </p:spPr>
        <p:txBody>
          <a:bodyPr>
            <a:normAutofit/>
          </a:bodyPr>
          <a:lstStyle>
            <a:lvl1pPr marL="0" indent="0" algn="l">
              <a:buNone/>
              <a:defRPr sz="1800">
                <a:solidFill>
                  <a:srgbClr val="42424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l-PL" smtClean="0"/>
              <a:t>Kliknij, aby edytować styl wzorca podtytułu</a:t>
            </a:r>
            <a:endParaRPr lang="en-US" dirty="0"/>
          </a:p>
        </p:txBody>
      </p:sp>
      <p:sp>
        <p:nvSpPr>
          <p:cNvPr id="4" name="Date Placeholder 3"/>
          <p:cNvSpPr>
            <a:spLocks noGrp="1"/>
          </p:cNvSpPr>
          <p:nvPr>
            <p:ph type="dt" sz="half" idx="10"/>
          </p:nvPr>
        </p:nvSpPr>
        <p:spPr>
          <a:xfrm>
            <a:off x="4738744" y="1516828"/>
            <a:ext cx="2133600" cy="750981"/>
          </a:xfrm>
        </p:spPr>
        <p:txBody>
          <a:bodyPr anchor="b"/>
          <a:lstStyle>
            <a:lvl1pPr algn="l">
              <a:defRPr sz="2400"/>
            </a:lvl1pPr>
          </a:lstStyle>
          <a:p>
            <a:fld id="{AC03D3B5-FCC0-4C19-BA09-C74375672AD8}" type="datetimeFigureOut">
              <a:rPr lang="pl-PL" smtClean="0"/>
              <a:t>27.05.2019</a:t>
            </a:fld>
            <a:endParaRPr lang="pl-PL" dirty="0"/>
          </a:p>
        </p:txBody>
      </p:sp>
      <p:sp>
        <p:nvSpPr>
          <p:cNvPr id="50" name="Rectangle 49"/>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ooter Placeholder 4"/>
          <p:cNvSpPr>
            <a:spLocks noGrp="1"/>
          </p:cNvSpPr>
          <p:nvPr>
            <p:ph type="ftr" sz="quarter" idx="11"/>
          </p:nvPr>
        </p:nvSpPr>
        <p:spPr>
          <a:xfrm>
            <a:off x="5303520" y="5719966"/>
            <a:ext cx="2831592" cy="365125"/>
          </a:xfrm>
        </p:spPr>
        <p:txBody>
          <a:bodyPr>
            <a:normAutofit/>
          </a:bodyPr>
          <a:lstStyle>
            <a:lvl1pPr>
              <a:defRPr>
                <a:solidFill>
                  <a:schemeClr val="accent1"/>
                </a:solidFill>
              </a:defRPr>
            </a:lvl1pPr>
          </a:lstStyle>
          <a:p>
            <a:endParaRPr lang="pl-PL" dirty="0"/>
          </a:p>
        </p:txBody>
      </p:sp>
      <p:sp>
        <p:nvSpPr>
          <p:cNvPr id="6" name="Slide Number Placeholder 5"/>
          <p:cNvSpPr>
            <a:spLocks noGrp="1"/>
          </p:cNvSpPr>
          <p:nvPr>
            <p:ph type="sldNum" sz="quarter" idx="12"/>
          </p:nvPr>
        </p:nvSpPr>
        <p:spPr>
          <a:xfrm>
            <a:off x="4649096" y="5719966"/>
            <a:ext cx="643666" cy="365125"/>
          </a:xfrm>
        </p:spPr>
        <p:txBody>
          <a:bodyPr/>
          <a:lstStyle>
            <a:lvl1pPr>
              <a:defRPr>
                <a:solidFill>
                  <a:schemeClr val="accent1"/>
                </a:solidFill>
              </a:defRPr>
            </a:lvl1pPr>
          </a:lstStyle>
          <a:p>
            <a:fld id="{EF81AC6E-18CA-400B-8FEF-2E09DF4BD899}" type="slidenum">
              <a:rPr lang="pl-PL" smtClean="0"/>
              <a:t>‹#›</a:t>
            </a:fld>
            <a:endParaRPr lang="pl-PL" dirty="0"/>
          </a:p>
        </p:txBody>
      </p:sp>
      <p:sp>
        <p:nvSpPr>
          <p:cNvPr id="89" name="Rectangle 88"/>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ytuł i zawartość">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smtClean="0"/>
              <a:t>Kliknij, aby edytować styl</a:t>
            </a:r>
            <a:endParaRPr lang="en-US"/>
          </a:p>
        </p:txBody>
      </p:sp>
      <p:sp>
        <p:nvSpPr>
          <p:cNvPr id="3" name="Content Placeholder 2"/>
          <p:cNvSpPr>
            <a:spLocks noGrp="1"/>
          </p:cNvSpPr>
          <p:nvPr>
            <p:ph idx="1"/>
          </p:nvPr>
        </p:nvSpPr>
        <p:spPr/>
        <p:txBody>
          <a:body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4" name="Date Placeholder 3"/>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5" name="Footer Placeholder 4"/>
          <p:cNvSpPr>
            <a:spLocks noGrp="1"/>
          </p:cNvSpPr>
          <p:nvPr>
            <p:ph type="ftr" sz="quarter" idx="11"/>
          </p:nvPr>
        </p:nvSpPr>
        <p:spPr/>
        <p:txBody>
          <a:bodyPr/>
          <a:lstStyle/>
          <a:p>
            <a:endParaRPr lang="pl-PL" dirty="0"/>
          </a:p>
        </p:txBody>
      </p:sp>
      <p:sp>
        <p:nvSpPr>
          <p:cNvPr id="6" name="Slide Number Placeholder 5"/>
          <p:cNvSpPr>
            <a:spLocks noGrp="1"/>
          </p:cNvSpPr>
          <p:nvPr>
            <p:ph type="sldNum" sz="quarter" idx="12"/>
          </p:nvPr>
        </p:nvSpPr>
        <p:spPr/>
        <p:txBody>
          <a:bodyPr/>
          <a:lstStyle/>
          <a:p>
            <a:fld id="{EF81AC6E-18CA-400B-8FEF-2E09DF4BD899}" type="slidenum">
              <a:rPr lang="pl-PL" smtClean="0"/>
              <a:t>‹#›</a:t>
            </a:fld>
            <a:endParaRPr lang="pl-PL"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Nagłówek sekcji">
    <p:spTree>
      <p:nvGrpSpPr>
        <p:cNvPr id="1" name=""/>
        <p:cNvGrpSpPr/>
        <p:nvPr/>
      </p:nvGrpSpPr>
      <p:grpSpPr>
        <a:xfrm>
          <a:off x="0" y="0"/>
          <a:ext cx="0" cy="0"/>
          <a:chOff x="0" y="0"/>
          <a:chExt cx="0" cy="0"/>
        </a:xfrm>
      </p:grpSpPr>
      <p:sp>
        <p:nvSpPr>
          <p:cNvPr id="2" name="Title 1"/>
          <p:cNvSpPr>
            <a:spLocks noGrp="1"/>
          </p:cNvSpPr>
          <p:nvPr>
            <p:ph type="title"/>
          </p:nvPr>
        </p:nvSpPr>
        <p:spPr>
          <a:xfrm>
            <a:off x="1258645" y="2900829"/>
            <a:ext cx="6637468" cy="1362075"/>
          </a:xfrm>
        </p:spPr>
        <p:txBody>
          <a:bodyPr anchor="b"/>
          <a:lstStyle>
            <a:lvl1pPr algn="l">
              <a:defRPr sz="4000" b="0" cap="none" baseline="0"/>
            </a:lvl1pPr>
          </a:lstStyle>
          <a:p>
            <a:r>
              <a:rPr lang="pl-PL" smtClean="0"/>
              <a:t>Kliknij, aby edytować styl</a:t>
            </a:r>
            <a:endParaRPr lang="en-US" dirty="0"/>
          </a:p>
        </p:txBody>
      </p:sp>
      <p:sp>
        <p:nvSpPr>
          <p:cNvPr id="3" name="Text Placeholder 2"/>
          <p:cNvSpPr>
            <a:spLocks noGrp="1"/>
          </p:cNvSpPr>
          <p:nvPr>
            <p:ph type="body" idx="1"/>
          </p:nvPr>
        </p:nvSpPr>
        <p:spPr>
          <a:xfrm>
            <a:off x="1258645" y="4267200"/>
            <a:ext cx="6637467" cy="1520413"/>
          </a:xfrm>
        </p:spPr>
        <p:txBody>
          <a:bodyPr anchor="t"/>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l-PL" smtClean="0"/>
              <a:t>Kliknij, aby edytować style wzorca tekstu</a:t>
            </a:r>
          </a:p>
        </p:txBody>
      </p:sp>
      <p:sp>
        <p:nvSpPr>
          <p:cNvPr id="4" name="Date Placeholder 3"/>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5" name="Footer Placeholder 4"/>
          <p:cNvSpPr>
            <a:spLocks noGrp="1"/>
          </p:cNvSpPr>
          <p:nvPr>
            <p:ph type="ftr" sz="quarter" idx="11"/>
          </p:nvPr>
        </p:nvSpPr>
        <p:spPr/>
        <p:txBody>
          <a:bodyPr/>
          <a:lstStyle/>
          <a:p>
            <a:endParaRPr lang="pl-PL" dirty="0"/>
          </a:p>
        </p:txBody>
      </p:sp>
      <p:sp>
        <p:nvSpPr>
          <p:cNvPr id="6" name="Slide Number Placeholder 5"/>
          <p:cNvSpPr>
            <a:spLocks noGrp="1"/>
          </p:cNvSpPr>
          <p:nvPr>
            <p:ph type="sldNum" sz="quarter" idx="12"/>
          </p:nvPr>
        </p:nvSpPr>
        <p:spPr/>
        <p:txBody>
          <a:bodyPr/>
          <a:lstStyle/>
          <a:p>
            <a:fld id="{EF81AC6E-18CA-400B-8FEF-2E09DF4BD899}" type="slidenum">
              <a:rPr lang="pl-PL" smtClean="0"/>
              <a:t>‹#›</a:t>
            </a:fld>
            <a:endParaRPr lang="pl-PL"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wa elementy zawartośc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smtClean="0"/>
              <a:t>Kliknij, aby edytować styl</a:t>
            </a:r>
            <a:endParaRPr lang="en-US"/>
          </a:p>
        </p:txBody>
      </p:sp>
      <p:sp>
        <p:nvSpPr>
          <p:cNvPr id="5" name="Date Placeholder 4"/>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6" name="Footer Placeholder 5"/>
          <p:cNvSpPr>
            <a:spLocks noGrp="1"/>
          </p:cNvSpPr>
          <p:nvPr>
            <p:ph type="ftr" sz="quarter" idx="11"/>
          </p:nvPr>
        </p:nvSpPr>
        <p:spPr/>
        <p:txBody>
          <a:bodyPr/>
          <a:lstStyle/>
          <a:p>
            <a:endParaRPr lang="pl-PL" dirty="0"/>
          </a:p>
        </p:txBody>
      </p:sp>
      <p:sp>
        <p:nvSpPr>
          <p:cNvPr id="7" name="Slide Number Placeholder 6"/>
          <p:cNvSpPr>
            <a:spLocks noGrp="1"/>
          </p:cNvSpPr>
          <p:nvPr>
            <p:ph type="sldNum" sz="quarter" idx="12"/>
          </p:nvPr>
        </p:nvSpPr>
        <p:spPr/>
        <p:txBody>
          <a:bodyPr/>
          <a:lstStyle/>
          <a:p>
            <a:fld id="{EF81AC6E-18CA-400B-8FEF-2E09DF4BD899}" type="slidenum">
              <a:rPr lang="pl-PL" smtClean="0"/>
              <a:t>‹#›</a:t>
            </a:fld>
            <a:endParaRPr lang="pl-PL" dirty="0"/>
          </a:p>
        </p:txBody>
      </p:sp>
      <p:sp>
        <p:nvSpPr>
          <p:cNvPr id="9" name="Content Placeholder 8"/>
          <p:cNvSpPr>
            <a:spLocks noGrp="1"/>
          </p:cNvSpPr>
          <p:nvPr>
            <p:ph sz="quarter" idx="13"/>
          </p:nvPr>
        </p:nvSpPr>
        <p:spPr>
          <a:xfrm>
            <a:off x="1042416" y="2313432"/>
            <a:ext cx="3419856" cy="3493008"/>
          </a:xfrm>
        </p:spPr>
        <p:txBody>
          <a:body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11" name="Content Placeholder 10"/>
          <p:cNvSpPr>
            <a:spLocks noGrp="1"/>
          </p:cNvSpPr>
          <p:nvPr>
            <p:ph sz="quarter" idx="14"/>
          </p:nvPr>
        </p:nvSpPr>
        <p:spPr>
          <a:xfrm>
            <a:off x="4645152" y="2313431"/>
            <a:ext cx="3419856" cy="3493008"/>
          </a:xfrm>
        </p:spPr>
        <p:txBody>
          <a:body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Porównani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pl-PL" smtClean="0"/>
              <a:t>Kliknij, aby edytować styl</a:t>
            </a:r>
            <a:endParaRPr lang="en-US"/>
          </a:p>
        </p:txBody>
      </p:sp>
      <p:sp>
        <p:nvSpPr>
          <p:cNvPr id="3" name="Text Placeholder 2"/>
          <p:cNvSpPr>
            <a:spLocks noGrp="1"/>
          </p:cNvSpPr>
          <p:nvPr>
            <p:ph type="body" idx="1"/>
          </p:nvPr>
        </p:nvSpPr>
        <p:spPr>
          <a:xfrm>
            <a:off x="1412111" y="2316009"/>
            <a:ext cx="3057148"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smtClean="0"/>
              <a:t>Kliknij, aby edytować style wzorca tekstu</a:t>
            </a:r>
          </a:p>
        </p:txBody>
      </p:sp>
      <p:sp>
        <p:nvSpPr>
          <p:cNvPr id="4" name="Content Placeholder 3"/>
          <p:cNvSpPr>
            <a:spLocks noGrp="1"/>
          </p:cNvSpPr>
          <p:nvPr>
            <p:ph sz="half" idx="2"/>
          </p:nvPr>
        </p:nvSpPr>
        <p:spPr>
          <a:xfrm>
            <a:off x="1041721"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5" name="Text Placeholder 4"/>
          <p:cNvSpPr>
            <a:spLocks noGrp="1"/>
          </p:cNvSpPr>
          <p:nvPr>
            <p:ph type="body" sz="quarter" idx="3"/>
          </p:nvPr>
        </p:nvSpPr>
        <p:spPr>
          <a:xfrm>
            <a:off x="5011837" y="2316010"/>
            <a:ext cx="3055717" cy="63976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l-PL" smtClean="0"/>
              <a:t>Kliknij, aby edytować style wzorca tekstu</a:t>
            </a:r>
          </a:p>
        </p:txBody>
      </p:sp>
      <p:sp>
        <p:nvSpPr>
          <p:cNvPr id="6" name="Content Placeholder 5"/>
          <p:cNvSpPr>
            <a:spLocks noGrp="1"/>
          </p:cNvSpPr>
          <p:nvPr>
            <p:ph sz="quarter" idx="4"/>
          </p:nvPr>
        </p:nvSpPr>
        <p:spPr>
          <a:xfrm>
            <a:off x="4645152" y="2974694"/>
            <a:ext cx="3419856" cy="283579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7" name="Date Placeholder 6"/>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8" name="Footer Placeholder 7"/>
          <p:cNvSpPr>
            <a:spLocks noGrp="1"/>
          </p:cNvSpPr>
          <p:nvPr>
            <p:ph type="ftr" sz="quarter" idx="11"/>
          </p:nvPr>
        </p:nvSpPr>
        <p:spPr/>
        <p:txBody>
          <a:bodyPr/>
          <a:lstStyle/>
          <a:p>
            <a:endParaRPr lang="pl-PL" dirty="0"/>
          </a:p>
        </p:txBody>
      </p:sp>
      <p:sp>
        <p:nvSpPr>
          <p:cNvPr id="9" name="Slide Number Placeholder 8"/>
          <p:cNvSpPr>
            <a:spLocks noGrp="1"/>
          </p:cNvSpPr>
          <p:nvPr>
            <p:ph type="sldNum" sz="quarter" idx="12"/>
          </p:nvPr>
        </p:nvSpPr>
        <p:spPr/>
        <p:txBody>
          <a:bodyPr/>
          <a:lstStyle/>
          <a:p>
            <a:fld id="{EF81AC6E-18CA-400B-8FEF-2E09DF4BD899}" type="slidenum">
              <a:rPr lang="pl-PL" smtClean="0"/>
              <a:t>‹#›</a:t>
            </a:fld>
            <a:endParaRPr lang="pl-PL"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ylko tytu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smtClean="0"/>
              <a:t>Kliknij, aby edytować styl</a:t>
            </a:r>
            <a:endParaRPr lang="en-US"/>
          </a:p>
        </p:txBody>
      </p:sp>
      <p:sp>
        <p:nvSpPr>
          <p:cNvPr id="3" name="Date Placeholder 2"/>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4" name="Footer Placeholder 3"/>
          <p:cNvSpPr>
            <a:spLocks noGrp="1"/>
          </p:cNvSpPr>
          <p:nvPr>
            <p:ph type="ftr" sz="quarter" idx="11"/>
          </p:nvPr>
        </p:nvSpPr>
        <p:spPr/>
        <p:txBody>
          <a:bodyPr/>
          <a:lstStyle/>
          <a:p>
            <a:endParaRPr lang="pl-PL" dirty="0"/>
          </a:p>
        </p:txBody>
      </p:sp>
      <p:sp>
        <p:nvSpPr>
          <p:cNvPr id="5" name="Slide Number Placeholder 4"/>
          <p:cNvSpPr>
            <a:spLocks noGrp="1"/>
          </p:cNvSpPr>
          <p:nvPr>
            <p:ph type="sldNum" sz="quarter" idx="12"/>
          </p:nvPr>
        </p:nvSpPr>
        <p:spPr/>
        <p:txBody>
          <a:bodyPr/>
          <a:lstStyle/>
          <a:p>
            <a:fld id="{EF81AC6E-18CA-400B-8FEF-2E09DF4BD899}" type="slidenum">
              <a:rPr lang="pl-PL" smtClean="0"/>
              <a:t>‹#›</a:t>
            </a:fld>
            <a:endParaRPr lang="pl-PL"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Pust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3" name="Footer Placeholder 2"/>
          <p:cNvSpPr>
            <a:spLocks noGrp="1"/>
          </p:cNvSpPr>
          <p:nvPr>
            <p:ph type="ftr" sz="quarter" idx="11"/>
          </p:nvPr>
        </p:nvSpPr>
        <p:spPr/>
        <p:txBody>
          <a:bodyPr/>
          <a:lstStyle/>
          <a:p>
            <a:endParaRPr lang="pl-PL" dirty="0"/>
          </a:p>
        </p:txBody>
      </p:sp>
      <p:sp>
        <p:nvSpPr>
          <p:cNvPr id="4" name="Slide Number Placeholder 3"/>
          <p:cNvSpPr>
            <a:spLocks noGrp="1"/>
          </p:cNvSpPr>
          <p:nvPr>
            <p:ph type="sldNum" sz="quarter" idx="12"/>
          </p:nvPr>
        </p:nvSpPr>
        <p:spPr/>
        <p:txBody>
          <a:bodyPr/>
          <a:lstStyle/>
          <a:p>
            <a:fld id="{EF81AC6E-18CA-400B-8FEF-2E09DF4BD899}" type="slidenum">
              <a:rPr lang="pl-PL" smtClean="0"/>
              <a:t>‹#›</a:t>
            </a:fld>
            <a:endParaRPr lang="pl-PL"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Zawartość z podpisem">
    <p:spTree>
      <p:nvGrpSpPr>
        <p:cNvPr id="1" name=""/>
        <p:cNvGrpSpPr/>
        <p:nvPr/>
      </p:nvGrpSpPr>
      <p:grpSpPr>
        <a:xfrm>
          <a:off x="0" y="0"/>
          <a:ext cx="0" cy="0"/>
          <a:chOff x="0" y="0"/>
          <a:chExt cx="0" cy="0"/>
        </a:xfrm>
      </p:grpSpPr>
      <p:grpSp>
        <p:nvGrpSpPr>
          <p:cNvPr id="8" name="Group 43"/>
          <p:cNvGrpSpPr/>
          <p:nvPr/>
        </p:nvGrpSpPr>
        <p:grpSpPr>
          <a:xfrm>
            <a:off x="-382404" y="0"/>
            <a:ext cx="9932332" cy="6858000"/>
            <a:chOff x="-382404" y="0"/>
            <a:chExt cx="9932332" cy="6858000"/>
          </a:xfrm>
        </p:grpSpPr>
        <p:grpSp>
          <p:nvGrpSpPr>
            <p:cNvPr id="9" name="Group 44"/>
            <p:cNvGrpSpPr/>
            <p:nvPr/>
          </p:nvGrpSpPr>
          <p:grpSpPr>
            <a:xfrm>
              <a:off x="0" y="0"/>
              <a:ext cx="9144000" cy="6858000"/>
              <a:chOff x="0" y="0"/>
              <a:chExt cx="9144000" cy="6858000"/>
            </a:xfrm>
          </p:grpSpPr>
          <p:grpSp>
            <p:nvGrpSpPr>
              <p:cNvPr id="10" name="Group 4"/>
              <p:cNvGrpSpPr/>
              <p:nvPr/>
            </p:nvGrpSpPr>
            <p:grpSpPr>
              <a:xfrm>
                <a:off x="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5"/>
              <p:cNvGrpSpPr/>
              <p:nvPr/>
            </p:nvGrpSpPr>
            <p:grpSpPr>
              <a:xfrm>
                <a:off x="42291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9"/>
              <p:cNvGrpSpPr/>
              <p:nvPr/>
            </p:nvGrpSpPr>
            <p:grpSpPr>
              <a:xfrm rot="10800000">
                <a:off x="6629400" y="0"/>
                <a:ext cx="2514600" cy="6858000"/>
                <a:chOff x="0" y="0"/>
                <a:chExt cx="2514600" cy="6858000"/>
              </a:xfrm>
            </p:grpSpPr>
            <p:sp>
              <p:nvSpPr>
                <p:cNvPr id="78" name="Rectangle 77"/>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5" name="Rectangle 74"/>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75"/>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7" name="Rectangle 76"/>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7" name="Freeform 46"/>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8" name="Freeform 47"/>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Freeform 48"/>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0" name="Freeform 49"/>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 name="Freeform 50"/>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2" name="Hexagon 51"/>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Hexagon 52"/>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Hexagon 53"/>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Hexagon 54"/>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Hexagon 55"/>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Freeform 58"/>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Hexagon 59"/>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Hexagon 61"/>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Hexagon 62"/>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Hexagon 63"/>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Hexagon 64"/>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Hexagon 65"/>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Hexagon 66"/>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Hexagon 67"/>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Hexagon 68"/>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Freeform 69"/>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Freeform 70"/>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6" name="Rectangle 45"/>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Date Placeholder 4"/>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7" name="Slide Number Placeholder 6"/>
          <p:cNvSpPr>
            <a:spLocks noGrp="1"/>
          </p:cNvSpPr>
          <p:nvPr>
            <p:ph type="sldNum" sz="quarter" idx="12"/>
          </p:nvPr>
        </p:nvSpPr>
        <p:spPr/>
        <p:txBody>
          <a:bodyPr/>
          <a:lstStyle/>
          <a:p>
            <a:fld id="{EF81AC6E-18CA-400B-8FEF-2E09DF4BD899}" type="slidenum">
              <a:rPr lang="pl-PL" smtClean="0"/>
              <a:t>‹#›</a:t>
            </a:fld>
            <a:endParaRPr lang="pl-PL" dirty="0"/>
          </a:p>
        </p:txBody>
      </p:sp>
      <p:sp>
        <p:nvSpPr>
          <p:cNvPr id="58" name="Rectangle 57"/>
          <p:cNvSpPr/>
          <p:nvPr/>
        </p:nvSpPr>
        <p:spPr>
          <a:xfrm>
            <a:off x="905571" y="601883"/>
            <a:ext cx="3562257" cy="5648445"/>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idx="1"/>
          </p:nvPr>
        </p:nvSpPr>
        <p:spPr>
          <a:xfrm>
            <a:off x="1145894" y="856527"/>
            <a:ext cx="3090440" cy="5150734"/>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61" name="Rectangle 60"/>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pl-PL" dirty="0"/>
          </a:p>
        </p:txBody>
      </p:sp>
      <p:sp>
        <p:nvSpPr>
          <p:cNvPr id="2" name="Title 1"/>
          <p:cNvSpPr>
            <a:spLocks noGrp="1"/>
          </p:cNvSpPr>
          <p:nvPr>
            <p:ph type="title"/>
          </p:nvPr>
        </p:nvSpPr>
        <p:spPr>
          <a:xfrm>
            <a:off x="4739833" y="2657434"/>
            <a:ext cx="3304572" cy="1463153"/>
          </a:xfrm>
        </p:spPr>
        <p:txBody>
          <a:bodyPr anchor="b">
            <a:normAutofit/>
          </a:bodyPr>
          <a:lstStyle>
            <a:lvl1pPr algn="l">
              <a:defRPr sz="2800" b="0"/>
            </a:lvl1pPr>
          </a:lstStyle>
          <a:p>
            <a:r>
              <a:rPr lang="pl-PL" smtClean="0"/>
              <a:t>Kliknij, aby edytować styl</a:t>
            </a:r>
            <a:endParaRPr lang="en-US"/>
          </a:p>
        </p:txBody>
      </p:sp>
      <p:sp>
        <p:nvSpPr>
          <p:cNvPr id="4" name="Text Placeholder 3"/>
          <p:cNvSpPr>
            <a:spLocks noGrp="1"/>
          </p:cNvSpPr>
          <p:nvPr>
            <p:ph type="body" sz="half" idx="2"/>
          </p:nvPr>
        </p:nvSpPr>
        <p:spPr>
          <a:xfrm>
            <a:off x="4736592" y="4136994"/>
            <a:ext cx="3298784" cy="1517904"/>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smtClean="0"/>
              <a:t>Kliknij, aby edytować style wzorca tekstu</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Obraz z podpisem">
    <p:spTree>
      <p:nvGrpSpPr>
        <p:cNvPr id="1" name=""/>
        <p:cNvGrpSpPr/>
        <p:nvPr/>
      </p:nvGrpSpPr>
      <p:grpSpPr>
        <a:xfrm>
          <a:off x="0" y="0"/>
          <a:ext cx="0" cy="0"/>
          <a:chOff x="0" y="0"/>
          <a:chExt cx="0" cy="0"/>
        </a:xfrm>
      </p:grpSpPr>
      <p:grpSp>
        <p:nvGrpSpPr>
          <p:cNvPr id="8" name="Group 43"/>
          <p:cNvGrpSpPr/>
          <p:nvPr/>
        </p:nvGrpSpPr>
        <p:grpSpPr>
          <a:xfrm>
            <a:off x="-382404" y="0"/>
            <a:ext cx="9932332" cy="6858000"/>
            <a:chOff x="-382404" y="0"/>
            <a:chExt cx="9932332" cy="6858000"/>
          </a:xfrm>
        </p:grpSpPr>
        <p:grpSp>
          <p:nvGrpSpPr>
            <p:cNvPr id="9" name="Group 44"/>
            <p:cNvGrpSpPr/>
            <p:nvPr/>
          </p:nvGrpSpPr>
          <p:grpSpPr>
            <a:xfrm>
              <a:off x="0" y="0"/>
              <a:ext cx="9144000" cy="6858000"/>
              <a:chOff x="0" y="0"/>
              <a:chExt cx="9144000" cy="6858000"/>
            </a:xfrm>
          </p:grpSpPr>
          <p:grpSp>
            <p:nvGrpSpPr>
              <p:cNvPr id="10" name="Group 4"/>
              <p:cNvGrpSpPr/>
              <p:nvPr/>
            </p:nvGrpSpPr>
            <p:grpSpPr>
              <a:xfrm>
                <a:off x="0" y="0"/>
                <a:ext cx="2514600" cy="6858000"/>
                <a:chOff x="0" y="0"/>
                <a:chExt cx="2514600" cy="6858000"/>
              </a:xfrm>
            </p:grpSpPr>
            <p:sp>
              <p:nvSpPr>
                <p:cNvPr id="87" name="Rectangle 8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5"/>
              <p:cNvGrpSpPr/>
              <p:nvPr/>
            </p:nvGrpSpPr>
            <p:grpSpPr>
              <a:xfrm>
                <a:off x="422910" y="0"/>
                <a:ext cx="2514600" cy="6858000"/>
                <a:chOff x="0" y="0"/>
                <a:chExt cx="2514600" cy="6858000"/>
              </a:xfrm>
            </p:grpSpPr>
            <p:sp>
              <p:nvSpPr>
                <p:cNvPr id="84" name="Rectangle 83"/>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5" name="Rectangle 84"/>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6" name="Rectangle 85"/>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2" name="Group 9"/>
              <p:cNvGrpSpPr/>
              <p:nvPr/>
            </p:nvGrpSpPr>
            <p:grpSpPr>
              <a:xfrm rot="10800000">
                <a:off x="6629400" y="0"/>
                <a:ext cx="2514600" cy="6858000"/>
                <a:chOff x="0" y="0"/>
                <a:chExt cx="2514600" cy="6858000"/>
              </a:xfrm>
            </p:grpSpPr>
            <p:sp>
              <p:nvSpPr>
                <p:cNvPr id="81" name="Rectangle 80"/>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Rectangle 81"/>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3" name="Rectangle 82"/>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8" name="Rectangle 77"/>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Rectangle 78"/>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Rectangle 79"/>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6" name="Freeform 45"/>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7" name="Freeform 46"/>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8" name="Freeform 47"/>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Freeform 48"/>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0" name="Freeform 49"/>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1" name="Hexagon 50"/>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Hexagon 51"/>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Hexagon 59"/>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Hexagon 60"/>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Hexagon 61"/>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Freeform 62"/>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4" name="Hexagon 63"/>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Hexagon 64"/>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Hexagon 65"/>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Hexagon 66"/>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Hexagon 67"/>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9" name="Hexagon 68"/>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Hexagon 69"/>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Hexagon 70"/>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Hexagon 71"/>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72"/>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Freeform 73"/>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4" name="Rectangle 93"/>
          <p:cNvSpPr/>
          <p:nvPr/>
        </p:nvSpPr>
        <p:spPr>
          <a:xfrm>
            <a:off x="4561242" y="-21511"/>
            <a:ext cx="3679116" cy="6271840"/>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ectangle 10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Rectangle 101"/>
          <p:cNvSpPr/>
          <p:nvPr/>
        </p:nvSpPr>
        <p:spPr>
          <a:xfrm>
            <a:off x="905571" y="601883"/>
            <a:ext cx="3562257" cy="5648445"/>
          </a:xfrm>
          <a:prstGeom prst="rect">
            <a:avLst/>
          </a:prstGeom>
          <a:solidFill>
            <a:srgbClr val="FFFFFF"/>
          </a:solidFill>
          <a:ln w="3175">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p:cNvSpPr/>
          <p:nvPr/>
        </p:nvSpPr>
        <p:spPr>
          <a:xfrm>
            <a:off x="4650889" y="6088284"/>
            <a:ext cx="3505200" cy="817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p:nvPr>
        </p:nvSpPr>
        <p:spPr>
          <a:xfrm>
            <a:off x="4734424" y="2660904"/>
            <a:ext cx="3300984" cy="1463040"/>
          </a:xfrm>
        </p:spPr>
        <p:txBody>
          <a:bodyPr anchor="b">
            <a:normAutofit/>
          </a:bodyPr>
          <a:lstStyle>
            <a:lvl1pPr algn="l">
              <a:defRPr sz="2800" b="0"/>
            </a:lvl1pPr>
          </a:lstStyle>
          <a:p>
            <a:r>
              <a:rPr lang="pl-PL" smtClean="0"/>
              <a:t>Kliknij, aby edytować styl</a:t>
            </a:r>
            <a:endParaRPr lang="en-US"/>
          </a:p>
        </p:txBody>
      </p:sp>
      <p:sp>
        <p:nvSpPr>
          <p:cNvPr id="3" name="Picture Placeholder 2"/>
          <p:cNvSpPr>
            <a:spLocks noGrp="1"/>
          </p:cNvSpPr>
          <p:nvPr>
            <p:ph type="pic" idx="1"/>
          </p:nvPr>
        </p:nvSpPr>
        <p:spPr>
          <a:xfrm>
            <a:off x="1005208" y="693795"/>
            <a:ext cx="3359623" cy="5468112"/>
          </a:xfrm>
        </p:spPr>
        <p:txBody>
          <a:bodyPr/>
          <a:lstStyle>
            <a:lvl1pPr marL="0" indent="0">
              <a:buNone/>
              <a:defRPr sz="3200">
                <a:solidFill>
                  <a:schemeClr val="accent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l-PL" dirty="0" smtClean="0"/>
              <a:t>Kliknij ikonę, aby dodać obraz</a:t>
            </a:r>
            <a:endParaRPr lang="en-US" dirty="0"/>
          </a:p>
        </p:txBody>
      </p:sp>
      <p:sp>
        <p:nvSpPr>
          <p:cNvPr id="4" name="Text Placeholder 3"/>
          <p:cNvSpPr>
            <a:spLocks noGrp="1"/>
          </p:cNvSpPr>
          <p:nvPr>
            <p:ph type="body" sz="half" idx="2"/>
          </p:nvPr>
        </p:nvSpPr>
        <p:spPr>
          <a:xfrm>
            <a:off x="4734630" y="4133088"/>
            <a:ext cx="3300573" cy="1519561"/>
          </a:xfrm>
        </p:spPr>
        <p:txBody>
          <a:bodyPr>
            <a:normAutofit/>
          </a:bodyPr>
          <a:lstStyle>
            <a:lvl1pPr marL="0" indent="0">
              <a:buNone/>
              <a:defRPr sz="1600">
                <a:solidFill>
                  <a:srgbClr val="42424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l-PL" smtClean="0"/>
              <a:t>Kliknij, aby edytować style wzorca tekstu</a:t>
            </a:r>
          </a:p>
        </p:txBody>
      </p:sp>
      <p:sp>
        <p:nvSpPr>
          <p:cNvPr id="5" name="Date Placeholder 4"/>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6" name="Footer Placeholder 5"/>
          <p:cNvSpPr>
            <a:spLocks noGrp="1"/>
          </p:cNvSpPr>
          <p:nvPr>
            <p:ph type="ftr" sz="quarter" idx="11"/>
          </p:nvPr>
        </p:nvSpPr>
        <p:spPr>
          <a:xfrm>
            <a:off x="4641448" y="5724835"/>
            <a:ext cx="3493664" cy="365125"/>
          </a:xfrm>
        </p:spPr>
        <p:txBody>
          <a:bodyPr>
            <a:normAutofit/>
          </a:bodyPr>
          <a:lstStyle/>
          <a:p>
            <a:endParaRPr lang="pl-PL" dirty="0"/>
          </a:p>
        </p:txBody>
      </p:sp>
      <p:sp>
        <p:nvSpPr>
          <p:cNvPr id="7" name="Slide Number Placeholder 6"/>
          <p:cNvSpPr>
            <a:spLocks noGrp="1"/>
          </p:cNvSpPr>
          <p:nvPr>
            <p:ph type="sldNum" sz="quarter" idx="12"/>
          </p:nvPr>
        </p:nvSpPr>
        <p:spPr/>
        <p:txBody>
          <a:bodyPr/>
          <a:lstStyle/>
          <a:p>
            <a:fld id="{EF81AC6E-18CA-400B-8FEF-2E09DF4BD899}" type="slidenum">
              <a:rPr lang="pl-PL" smtClean="0"/>
              <a:t>‹#›</a:t>
            </a:fld>
            <a:endParaRPr lang="pl-PL"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ytuł i tekst pionow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l-PL" smtClean="0"/>
              <a:t>Kliknij, aby edytować styl</a:t>
            </a:r>
            <a:endParaRPr lang="en-US"/>
          </a:p>
        </p:txBody>
      </p:sp>
      <p:sp>
        <p:nvSpPr>
          <p:cNvPr id="3" name="Vertical Text Placeholder 2"/>
          <p:cNvSpPr>
            <a:spLocks noGrp="1"/>
          </p:cNvSpPr>
          <p:nvPr>
            <p:ph type="body" orient="vert" idx="1"/>
          </p:nvPr>
        </p:nvSpPr>
        <p:spPr/>
        <p:txBody>
          <a:bodyPr vert="eaVert"/>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a:p>
        </p:txBody>
      </p:sp>
      <p:sp>
        <p:nvSpPr>
          <p:cNvPr id="4" name="Date Placeholder 3"/>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5" name="Footer Placeholder 4"/>
          <p:cNvSpPr>
            <a:spLocks noGrp="1"/>
          </p:cNvSpPr>
          <p:nvPr>
            <p:ph type="ftr" sz="quarter" idx="11"/>
          </p:nvPr>
        </p:nvSpPr>
        <p:spPr/>
        <p:txBody>
          <a:bodyPr/>
          <a:lstStyle/>
          <a:p>
            <a:endParaRPr lang="pl-PL" dirty="0"/>
          </a:p>
        </p:txBody>
      </p:sp>
      <p:sp>
        <p:nvSpPr>
          <p:cNvPr id="6" name="Slide Number Placeholder 5"/>
          <p:cNvSpPr>
            <a:spLocks noGrp="1"/>
          </p:cNvSpPr>
          <p:nvPr>
            <p:ph type="sldNum" sz="quarter" idx="12"/>
          </p:nvPr>
        </p:nvSpPr>
        <p:spPr/>
        <p:txBody>
          <a:bodyPr/>
          <a:lstStyle/>
          <a:p>
            <a:fld id="{EF81AC6E-18CA-400B-8FEF-2E09DF4BD899}" type="slidenum">
              <a:rPr lang="pl-PL" smtClean="0"/>
              <a:t>‹#›</a:t>
            </a:fld>
            <a:endParaRPr lang="pl-PL"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ytuł pionowy i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30147"/>
            <a:ext cx="1484453" cy="4780344"/>
          </a:xfrm>
        </p:spPr>
        <p:txBody>
          <a:bodyPr vert="eaVert" anchor="ctr"/>
          <a:lstStyle/>
          <a:p>
            <a:r>
              <a:rPr lang="pl-PL" smtClean="0"/>
              <a:t>Kliknij, aby edytować styl</a:t>
            </a:r>
            <a:endParaRPr lang="en-US"/>
          </a:p>
        </p:txBody>
      </p:sp>
      <p:sp>
        <p:nvSpPr>
          <p:cNvPr id="3" name="Vertical Text Placeholder 2"/>
          <p:cNvSpPr>
            <a:spLocks noGrp="1"/>
          </p:cNvSpPr>
          <p:nvPr>
            <p:ph type="body" orient="vert" idx="1"/>
          </p:nvPr>
        </p:nvSpPr>
        <p:spPr>
          <a:xfrm>
            <a:off x="1053296" y="1030147"/>
            <a:ext cx="5423704" cy="4780344"/>
          </a:xfrm>
        </p:spPr>
        <p:txBody>
          <a:bodyPr vert="eaVert"/>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a:p>
        </p:txBody>
      </p:sp>
      <p:sp>
        <p:nvSpPr>
          <p:cNvPr id="4" name="Date Placeholder 3"/>
          <p:cNvSpPr>
            <a:spLocks noGrp="1"/>
          </p:cNvSpPr>
          <p:nvPr>
            <p:ph type="dt" sz="half" idx="10"/>
          </p:nvPr>
        </p:nvSpPr>
        <p:spPr/>
        <p:txBody>
          <a:bodyPr/>
          <a:lstStyle/>
          <a:p>
            <a:fld id="{AC03D3B5-FCC0-4C19-BA09-C74375672AD8}" type="datetimeFigureOut">
              <a:rPr lang="pl-PL" smtClean="0"/>
              <a:t>27.05.2019</a:t>
            </a:fld>
            <a:endParaRPr lang="pl-PL" dirty="0"/>
          </a:p>
        </p:txBody>
      </p:sp>
      <p:sp>
        <p:nvSpPr>
          <p:cNvPr id="5" name="Footer Placeholder 4"/>
          <p:cNvSpPr>
            <a:spLocks noGrp="1"/>
          </p:cNvSpPr>
          <p:nvPr>
            <p:ph type="ftr" sz="quarter" idx="11"/>
          </p:nvPr>
        </p:nvSpPr>
        <p:spPr/>
        <p:txBody>
          <a:bodyPr/>
          <a:lstStyle/>
          <a:p>
            <a:endParaRPr lang="pl-PL" dirty="0"/>
          </a:p>
        </p:txBody>
      </p:sp>
      <p:sp>
        <p:nvSpPr>
          <p:cNvPr id="6" name="Slide Number Placeholder 5"/>
          <p:cNvSpPr>
            <a:spLocks noGrp="1"/>
          </p:cNvSpPr>
          <p:nvPr>
            <p:ph type="sldNum" sz="quarter" idx="12"/>
          </p:nvPr>
        </p:nvSpPr>
        <p:spPr/>
        <p:txBody>
          <a:bodyPr/>
          <a:lstStyle/>
          <a:p>
            <a:fld id="{EF81AC6E-18CA-400B-8FEF-2E09DF4BD899}" type="slidenum">
              <a:rPr lang="pl-PL" smtClean="0"/>
              <a:t>‹#›</a:t>
            </a:fld>
            <a:endParaRPr lang="pl-PL"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41"/>
          <p:cNvGrpSpPr/>
          <p:nvPr/>
        </p:nvGrpSpPr>
        <p:grpSpPr>
          <a:xfrm>
            <a:off x="-304800" y="0"/>
            <a:ext cx="9932332" cy="6858000"/>
            <a:chOff x="-382404" y="0"/>
            <a:chExt cx="9932332" cy="6858000"/>
          </a:xfrm>
        </p:grpSpPr>
        <p:grpSp>
          <p:nvGrpSpPr>
            <p:cNvPr id="8" name="Group 44"/>
            <p:cNvGrpSpPr/>
            <p:nvPr/>
          </p:nvGrpSpPr>
          <p:grpSpPr>
            <a:xfrm>
              <a:off x="0" y="0"/>
              <a:ext cx="9144000" cy="6858000"/>
              <a:chOff x="0" y="0"/>
              <a:chExt cx="9144000" cy="6858000"/>
            </a:xfrm>
          </p:grpSpPr>
          <p:grpSp>
            <p:nvGrpSpPr>
              <p:cNvPr id="9" name="Group 4"/>
              <p:cNvGrpSpPr/>
              <p:nvPr/>
            </p:nvGrpSpPr>
            <p:grpSpPr>
              <a:xfrm>
                <a:off x="0" y="0"/>
                <a:ext cx="2514600" cy="6858000"/>
                <a:chOff x="0" y="0"/>
                <a:chExt cx="2514600" cy="6858000"/>
              </a:xfrm>
            </p:grpSpPr>
            <p:sp>
              <p:nvSpPr>
                <p:cNvPr id="113" name="Rectangle 112"/>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4" name="Rectangle 2"/>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5" name="Rectangle 3"/>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0" name="Group 5"/>
              <p:cNvGrpSpPr/>
              <p:nvPr/>
            </p:nvGrpSpPr>
            <p:grpSpPr>
              <a:xfrm>
                <a:off x="422910" y="0"/>
                <a:ext cx="2514600" cy="6858000"/>
                <a:chOff x="0" y="0"/>
                <a:chExt cx="2514600" cy="6858000"/>
              </a:xfrm>
            </p:grpSpPr>
            <p:sp>
              <p:nvSpPr>
                <p:cNvPr id="110" name="Rectangle 109"/>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1" name="Rectangle 110"/>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 name="Rectangle 111"/>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1" name="Group 9"/>
              <p:cNvGrpSpPr/>
              <p:nvPr/>
            </p:nvGrpSpPr>
            <p:grpSpPr>
              <a:xfrm rot="10800000">
                <a:off x="6629400" y="0"/>
                <a:ext cx="2514600" cy="6858000"/>
                <a:chOff x="0" y="0"/>
                <a:chExt cx="2514600" cy="6858000"/>
              </a:xfrm>
            </p:grpSpPr>
            <p:sp>
              <p:nvSpPr>
                <p:cNvPr id="107" name="Rectangle 106"/>
                <p:cNvSpPr/>
                <p:nvPr/>
              </p:nvSpPr>
              <p:spPr>
                <a:xfrm>
                  <a:off x="914400" y="0"/>
                  <a:ext cx="1600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8" name="Rectangle 107"/>
                <p:cNvSpPr/>
                <p:nvPr/>
              </p:nvSpPr>
              <p:spPr>
                <a:xfrm>
                  <a:off x="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9" name="Rectangle 108"/>
                <p:cNvSpPr/>
                <p:nvPr/>
              </p:nvSpPr>
              <p:spPr>
                <a:xfrm>
                  <a:off x="2286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4" name="Rectangle 103"/>
              <p:cNvSpPr/>
              <p:nvPr/>
            </p:nvSpPr>
            <p:spPr>
              <a:xfrm>
                <a:off x="3810000" y="0"/>
                <a:ext cx="28194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5" name="Rectangle 104"/>
              <p:cNvSpPr/>
              <p:nvPr/>
            </p:nvSpPr>
            <p:spPr>
              <a:xfrm>
                <a:off x="2895600" y="0"/>
                <a:ext cx="4572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 name="Rectangle 105"/>
              <p:cNvSpPr/>
              <p:nvPr/>
            </p:nvSpPr>
            <p:spPr>
              <a:xfrm>
                <a:off x="3124200" y="0"/>
                <a:ext cx="762000" cy="6858000"/>
              </a:xfrm>
              <a:prstGeom prst="rect">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4" name="Freeform 43"/>
            <p:cNvSpPr/>
            <p:nvPr/>
          </p:nvSpPr>
          <p:spPr>
            <a:xfrm>
              <a:off x="-11875" y="5035138"/>
              <a:ext cx="9144000" cy="1175655"/>
            </a:xfrm>
            <a:custGeom>
              <a:avLst/>
              <a:gdLst>
                <a:gd name="connsiteX0" fmla="*/ 0 w 9144000"/>
                <a:gd name="connsiteY0" fmla="*/ 1116280 h 1175656"/>
                <a:gd name="connsiteX1" fmla="*/ 1674420 w 9144000"/>
                <a:gd name="connsiteY1" fmla="*/ 1163781 h 1175656"/>
                <a:gd name="connsiteX2" fmla="*/ 4120737 w 9144000"/>
                <a:gd name="connsiteY2" fmla="*/ 1045028 h 1175656"/>
                <a:gd name="connsiteX3" fmla="*/ 7172696 w 9144000"/>
                <a:gd name="connsiteY3" fmla="*/ 605641 h 1175656"/>
                <a:gd name="connsiteX4" fmla="*/ 9144000 w 9144000"/>
                <a:gd name="connsiteY4" fmla="*/ 0 h 1175656"/>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270659 h 1330035"/>
                <a:gd name="connsiteX1" fmla="*/ 1674420 w 9144000"/>
                <a:gd name="connsiteY1" fmla="*/ 1318160 h 1330035"/>
                <a:gd name="connsiteX2" fmla="*/ 4120737 w 9144000"/>
                <a:gd name="connsiteY2" fmla="*/ 1199407 h 1330035"/>
                <a:gd name="connsiteX3" fmla="*/ 7172696 w 9144000"/>
                <a:gd name="connsiteY3" fmla="*/ 760020 h 1330035"/>
                <a:gd name="connsiteX4" fmla="*/ 9144000 w 9144000"/>
                <a:gd name="connsiteY4" fmla="*/ 0 h 1330035"/>
                <a:gd name="connsiteX0" fmla="*/ 0 w 9144000"/>
                <a:gd name="connsiteY0" fmla="*/ 1116279 h 1175655"/>
                <a:gd name="connsiteX1" fmla="*/ 1674420 w 9144000"/>
                <a:gd name="connsiteY1" fmla="*/ 1163780 h 1175655"/>
                <a:gd name="connsiteX2" fmla="*/ 4120737 w 9144000"/>
                <a:gd name="connsiteY2" fmla="*/ 1045027 h 1175655"/>
                <a:gd name="connsiteX3" fmla="*/ 7172696 w 9144000"/>
                <a:gd name="connsiteY3" fmla="*/ 605640 h 1175655"/>
                <a:gd name="connsiteX4" fmla="*/ 9144000 w 9144000"/>
                <a:gd name="connsiteY4" fmla="*/ 0 h 11756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1175655">
                  <a:moveTo>
                    <a:pt x="0" y="1116279"/>
                  </a:moveTo>
                  <a:cubicBezTo>
                    <a:pt x="493815" y="1145967"/>
                    <a:pt x="987631" y="1175655"/>
                    <a:pt x="1674420" y="1163780"/>
                  </a:cubicBezTo>
                  <a:cubicBezTo>
                    <a:pt x="2361209" y="1151905"/>
                    <a:pt x="3204358" y="1138050"/>
                    <a:pt x="4120737" y="1045027"/>
                  </a:cubicBezTo>
                  <a:cubicBezTo>
                    <a:pt x="5037116" y="952004"/>
                    <a:pt x="6335486" y="779811"/>
                    <a:pt x="7172696" y="605640"/>
                  </a:cubicBezTo>
                  <a:cubicBezTo>
                    <a:pt x="8009907" y="431469"/>
                    <a:pt x="8866910" y="154379"/>
                    <a:pt x="9144000" y="0"/>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5" name="Freeform 44"/>
            <p:cNvSpPr/>
            <p:nvPr/>
          </p:nvSpPr>
          <p:spPr>
            <a:xfrm>
              <a:off x="-11875" y="3467595"/>
              <a:ext cx="9144000" cy="890650"/>
            </a:xfrm>
            <a:custGeom>
              <a:avLst/>
              <a:gdLst>
                <a:gd name="connsiteX0" fmla="*/ 0 w 9144000"/>
                <a:gd name="connsiteY0" fmla="*/ 890650 h 890650"/>
                <a:gd name="connsiteX1" fmla="*/ 1045028 w 9144000"/>
                <a:gd name="connsiteY1" fmla="*/ 475013 h 890650"/>
                <a:gd name="connsiteX2" fmla="*/ 3111335 w 9144000"/>
                <a:gd name="connsiteY2" fmla="*/ 71252 h 890650"/>
                <a:gd name="connsiteX3" fmla="*/ 5913911 w 9144000"/>
                <a:gd name="connsiteY3" fmla="*/ 71252 h 890650"/>
                <a:gd name="connsiteX4" fmla="*/ 9144000 w 9144000"/>
                <a:gd name="connsiteY4" fmla="*/ 498764 h 890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44000" h="890650">
                  <a:moveTo>
                    <a:pt x="0" y="890650"/>
                  </a:moveTo>
                  <a:cubicBezTo>
                    <a:pt x="263236" y="751114"/>
                    <a:pt x="526472" y="611579"/>
                    <a:pt x="1045028" y="475013"/>
                  </a:cubicBezTo>
                  <a:cubicBezTo>
                    <a:pt x="1563584" y="338447"/>
                    <a:pt x="2299855" y="138545"/>
                    <a:pt x="3111335" y="71252"/>
                  </a:cubicBezTo>
                  <a:cubicBezTo>
                    <a:pt x="3922815" y="3959"/>
                    <a:pt x="4908467" y="0"/>
                    <a:pt x="5913911" y="71252"/>
                  </a:cubicBezTo>
                  <a:cubicBezTo>
                    <a:pt x="6919355" y="142504"/>
                    <a:pt x="8595756" y="427512"/>
                    <a:pt x="9144000" y="498764"/>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6" name="Freeform 45"/>
            <p:cNvSpPr/>
            <p:nvPr/>
          </p:nvSpPr>
          <p:spPr>
            <a:xfrm>
              <a:off x="-23751" y="5640779"/>
              <a:ext cx="3004457" cy="1211283"/>
            </a:xfrm>
            <a:custGeom>
              <a:avLst/>
              <a:gdLst>
                <a:gd name="connsiteX0" fmla="*/ 0 w 3004457"/>
                <a:gd name="connsiteY0" fmla="*/ 0 h 1211283"/>
                <a:gd name="connsiteX1" fmla="*/ 3004457 w 3004457"/>
                <a:gd name="connsiteY1" fmla="*/ 1211283 h 1211283"/>
              </a:gdLst>
              <a:ahLst/>
              <a:cxnLst>
                <a:cxn ang="0">
                  <a:pos x="connsiteX0" y="connsiteY0"/>
                </a:cxn>
                <a:cxn ang="0">
                  <a:pos x="connsiteX1" y="connsiteY1"/>
                </a:cxn>
              </a:cxnLst>
              <a:rect l="l" t="t" r="r" b="b"/>
              <a:pathLst>
                <a:path w="3004457" h="1211283">
                  <a:moveTo>
                    <a:pt x="0" y="0"/>
                  </a:moveTo>
                  <a:cubicBezTo>
                    <a:pt x="1103415" y="501732"/>
                    <a:pt x="2206831" y="1003465"/>
                    <a:pt x="3004457" y="1211283"/>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7" name="Freeform 46"/>
            <p:cNvSpPr/>
            <p:nvPr/>
          </p:nvSpPr>
          <p:spPr>
            <a:xfrm>
              <a:off x="-11875" y="5284519"/>
              <a:ext cx="9144000" cy="1478478"/>
            </a:xfrm>
            <a:custGeom>
              <a:avLst/>
              <a:gdLst>
                <a:gd name="connsiteX0" fmla="*/ 0 w 9144000"/>
                <a:gd name="connsiteY0" fmla="*/ 0 h 1478478"/>
                <a:gd name="connsiteX1" fmla="*/ 1104405 w 9144000"/>
                <a:gd name="connsiteY1" fmla="*/ 344385 h 1478478"/>
                <a:gd name="connsiteX2" fmla="*/ 3194462 w 9144000"/>
                <a:gd name="connsiteY2" fmla="*/ 866899 h 1478478"/>
                <a:gd name="connsiteX3" fmla="*/ 5676405 w 9144000"/>
                <a:gd name="connsiteY3" fmla="*/ 1282536 h 1478478"/>
                <a:gd name="connsiteX4" fmla="*/ 7730836 w 9144000"/>
                <a:gd name="connsiteY4" fmla="*/ 1448790 h 1478478"/>
                <a:gd name="connsiteX5" fmla="*/ 8573984 w 9144000"/>
                <a:gd name="connsiteY5" fmla="*/ 1460665 h 1478478"/>
                <a:gd name="connsiteX6" fmla="*/ 9144000 w 9144000"/>
                <a:gd name="connsiteY6" fmla="*/ 1425039 h 147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44000" h="1478478">
                  <a:moveTo>
                    <a:pt x="0" y="0"/>
                  </a:moveTo>
                  <a:cubicBezTo>
                    <a:pt x="285997" y="99951"/>
                    <a:pt x="571995" y="199902"/>
                    <a:pt x="1104405" y="344385"/>
                  </a:cubicBezTo>
                  <a:cubicBezTo>
                    <a:pt x="1636815" y="488868"/>
                    <a:pt x="2432462" y="710541"/>
                    <a:pt x="3194462" y="866899"/>
                  </a:cubicBezTo>
                  <a:cubicBezTo>
                    <a:pt x="3956462" y="1023258"/>
                    <a:pt x="4920343" y="1185554"/>
                    <a:pt x="5676405" y="1282536"/>
                  </a:cubicBezTo>
                  <a:cubicBezTo>
                    <a:pt x="6432467" y="1379518"/>
                    <a:pt x="7247906" y="1419102"/>
                    <a:pt x="7730836" y="1448790"/>
                  </a:cubicBezTo>
                  <a:cubicBezTo>
                    <a:pt x="8213766" y="1478478"/>
                    <a:pt x="8338457" y="1464623"/>
                    <a:pt x="8573984" y="1460665"/>
                  </a:cubicBezTo>
                  <a:cubicBezTo>
                    <a:pt x="8809511" y="1456707"/>
                    <a:pt x="8976755" y="1440873"/>
                    <a:pt x="9144000" y="1425039"/>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9" name="Freeform 48"/>
            <p:cNvSpPr/>
            <p:nvPr/>
          </p:nvSpPr>
          <p:spPr>
            <a:xfrm>
              <a:off x="2137558" y="5132120"/>
              <a:ext cx="6982691" cy="1719942"/>
            </a:xfrm>
            <a:custGeom>
              <a:avLst/>
              <a:gdLst>
                <a:gd name="connsiteX0" fmla="*/ 0 w 6982691"/>
                <a:gd name="connsiteY0" fmla="*/ 1719942 h 1719942"/>
                <a:gd name="connsiteX1" fmla="*/ 546265 w 6982691"/>
                <a:gd name="connsiteY1" fmla="*/ 1185553 h 1719942"/>
                <a:gd name="connsiteX2" fmla="*/ 1330037 w 6982691"/>
                <a:gd name="connsiteY2" fmla="*/ 710540 h 1719942"/>
                <a:gd name="connsiteX3" fmla="*/ 2078182 w 6982691"/>
                <a:gd name="connsiteY3" fmla="*/ 437407 h 1719942"/>
                <a:gd name="connsiteX4" fmla="*/ 3348842 w 6982691"/>
                <a:gd name="connsiteY4" fmla="*/ 152399 h 1719942"/>
                <a:gd name="connsiteX5" fmla="*/ 4001985 w 6982691"/>
                <a:gd name="connsiteY5" fmla="*/ 69272 h 1719942"/>
                <a:gd name="connsiteX6" fmla="*/ 5047013 w 6982691"/>
                <a:gd name="connsiteY6" fmla="*/ 9896 h 1719942"/>
                <a:gd name="connsiteX7" fmla="*/ 5890161 w 6982691"/>
                <a:gd name="connsiteY7" fmla="*/ 9896 h 1719942"/>
                <a:gd name="connsiteX8" fmla="*/ 6495803 w 6982691"/>
                <a:gd name="connsiteY8" fmla="*/ 9896 h 1719942"/>
                <a:gd name="connsiteX9" fmla="*/ 6899564 w 6982691"/>
                <a:gd name="connsiteY9" fmla="*/ 33646 h 1719942"/>
                <a:gd name="connsiteX10" fmla="*/ 6982691 w 6982691"/>
                <a:gd name="connsiteY10" fmla="*/ 45522 h 1719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982691" h="1719942">
                  <a:moveTo>
                    <a:pt x="0" y="1719942"/>
                  </a:moveTo>
                  <a:cubicBezTo>
                    <a:pt x="162296" y="1536864"/>
                    <a:pt x="324592" y="1353787"/>
                    <a:pt x="546265" y="1185553"/>
                  </a:cubicBezTo>
                  <a:cubicBezTo>
                    <a:pt x="767938" y="1017319"/>
                    <a:pt x="1074718" y="835231"/>
                    <a:pt x="1330037" y="710540"/>
                  </a:cubicBezTo>
                  <a:cubicBezTo>
                    <a:pt x="1585356" y="585849"/>
                    <a:pt x="1741715" y="530430"/>
                    <a:pt x="2078182" y="437407"/>
                  </a:cubicBezTo>
                  <a:cubicBezTo>
                    <a:pt x="2414649" y="344384"/>
                    <a:pt x="3028208" y="213755"/>
                    <a:pt x="3348842" y="152399"/>
                  </a:cubicBezTo>
                  <a:cubicBezTo>
                    <a:pt x="3669476" y="91043"/>
                    <a:pt x="3718957" y="93022"/>
                    <a:pt x="4001985" y="69272"/>
                  </a:cubicBezTo>
                  <a:cubicBezTo>
                    <a:pt x="4285013" y="45522"/>
                    <a:pt x="4732317" y="19792"/>
                    <a:pt x="5047013" y="9896"/>
                  </a:cubicBezTo>
                  <a:cubicBezTo>
                    <a:pt x="5361709" y="0"/>
                    <a:pt x="5890161" y="9896"/>
                    <a:pt x="5890161" y="9896"/>
                  </a:cubicBezTo>
                  <a:lnTo>
                    <a:pt x="6495803" y="9896"/>
                  </a:lnTo>
                  <a:cubicBezTo>
                    <a:pt x="6664037" y="13854"/>
                    <a:pt x="6818416" y="27708"/>
                    <a:pt x="6899564" y="33646"/>
                  </a:cubicBezTo>
                  <a:cubicBezTo>
                    <a:pt x="6980712" y="39584"/>
                    <a:pt x="6953003" y="37605"/>
                    <a:pt x="6982691" y="45522"/>
                  </a:cubicBezTo>
                </a:path>
              </a:pathLst>
            </a:custGeom>
            <a:ln w="6350">
              <a:solidFill>
                <a:schemeClr val="bg1">
                  <a:alpha val="2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0" name="Hexagon 49"/>
            <p:cNvSpPr/>
            <p:nvPr/>
          </p:nvSpPr>
          <p:spPr>
            <a:xfrm rot="1800000">
              <a:off x="2996165" y="2859252"/>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Hexagon 50"/>
            <p:cNvSpPr/>
            <p:nvPr/>
          </p:nvSpPr>
          <p:spPr>
            <a:xfrm rot="1800000">
              <a:off x="3720065" y="4126078"/>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Hexagon 51"/>
            <p:cNvSpPr/>
            <p:nvPr/>
          </p:nvSpPr>
          <p:spPr>
            <a:xfrm rot="1800000">
              <a:off x="3729591" y="1592427"/>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Hexagon 52"/>
            <p:cNvSpPr/>
            <p:nvPr/>
          </p:nvSpPr>
          <p:spPr>
            <a:xfrm rot="1800000">
              <a:off x="2977115" y="325603"/>
              <a:ext cx="1601400" cy="1388236"/>
            </a:xfrm>
            <a:prstGeom prst="hexagon">
              <a:avLst>
                <a:gd name="adj" fmla="val 28544"/>
                <a:gd name="vf" fmla="val 115470"/>
              </a:avLst>
            </a:prstGeom>
            <a:solidFill>
              <a:schemeClr val="bg1">
                <a:alpha val="4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Hexagon 53"/>
            <p:cNvSpPr/>
            <p:nvPr/>
          </p:nvSpPr>
          <p:spPr>
            <a:xfrm rot="1800000">
              <a:off x="4463014" y="5383378"/>
              <a:ext cx="1601400" cy="1388236"/>
            </a:xfrm>
            <a:prstGeom prst="hexagon">
              <a:avLst>
                <a:gd name="adj" fmla="val 28544"/>
                <a:gd name="vf" fmla="val 115470"/>
              </a:avLst>
            </a:prstGeom>
            <a:solidFill>
              <a:schemeClr val="bg1">
                <a:alpha val="6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5" name="Freeform 54"/>
            <p:cNvSpPr/>
            <p:nvPr/>
          </p:nvSpPr>
          <p:spPr>
            <a:xfrm rot="1800000">
              <a:off x="-382404" y="4201528"/>
              <a:ext cx="1261499"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56357 w 1261499"/>
                <a:gd name="connsiteY5" fmla="*/ 1388236 h 1388236"/>
                <a:gd name="connsiteX6" fmla="*/ 0 w 1261499"/>
                <a:gd name="connsiteY6" fmla="*/ 105098 h 1388236"/>
                <a:gd name="connsiteX0" fmla="*/ 0 w 1261499"/>
                <a:gd name="connsiteY0" fmla="*/ 105098 h 1388236"/>
                <a:gd name="connsiteX1" fmla="*/ 56357 w 1261499"/>
                <a:gd name="connsiteY1" fmla="*/ 0 h 1388236"/>
                <a:gd name="connsiteX2" fmla="*/ 865241 w 1261499"/>
                <a:gd name="connsiteY2" fmla="*/ 0 h 1388236"/>
                <a:gd name="connsiteX3" fmla="*/ 1261499 w 1261499"/>
                <a:gd name="connsiteY3" fmla="*/ 694118 h 1388236"/>
                <a:gd name="connsiteX4" fmla="*/ 865241 w 1261499"/>
                <a:gd name="connsiteY4" fmla="*/ 1388236 h 1388236"/>
                <a:gd name="connsiteX5" fmla="*/ 744578 w 1261499"/>
                <a:gd name="connsiteY5" fmla="*/ 1387893 h 1388236"/>
                <a:gd name="connsiteX6" fmla="*/ 0 w 1261499"/>
                <a:gd name="connsiteY6" fmla="*/ 10509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99" h="1388236">
                  <a:moveTo>
                    <a:pt x="0" y="105098"/>
                  </a:moveTo>
                  <a:lnTo>
                    <a:pt x="56357" y="0"/>
                  </a:lnTo>
                  <a:lnTo>
                    <a:pt x="865241" y="0"/>
                  </a:lnTo>
                  <a:lnTo>
                    <a:pt x="1261499" y="694118"/>
                  </a:lnTo>
                  <a:lnTo>
                    <a:pt x="865241" y="1388236"/>
                  </a:lnTo>
                  <a:lnTo>
                    <a:pt x="744578" y="1387893"/>
                  </a:lnTo>
                  <a:lnTo>
                    <a:pt x="0" y="105098"/>
                  </a:lnTo>
                  <a:close/>
                </a:path>
              </a:pathLst>
            </a:cu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Hexagon 55"/>
            <p:cNvSpPr/>
            <p:nvPr/>
          </p:nvSpPr>
          <p:spPr>
            <a:xfrm rot="1800000">
              <a:off x="24365" y="540242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Hexagon 56"/>
            <p:cNvSpPr/>
            <p:nvPr/>
          </p:nvSpPr>
          <p:spPr>
            <a:xfrm rot="1800000">
              <a:off x="52941" y="284972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Hexagon 57"/>
            <p:cNvSpPr/>
            <p:nvPr/>
          </p:nvSpPr>
          <p:spPr>
            <a:xfrm rot="1800000">
              <a:off x="776840" y="4126077"/>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Hexagon 58"/>
            <p:cNvSpPr/>
            <p:nvPr/>
          </p:nvSpPr>
          <p:spPr>
            <a:xfrm rot="1800000">
              <a:off x="1510265" y="54119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Hexagon 59"/>
            <p:cNvSpPr/>
            <p:nvPr/>
          </p:nvSpPr>
          <p:spPr>
            <a:xfrm rot="1800000">
              <a:off x="1529316" y="2859252"/>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Hexagon 94"/>
            <p:cNvSpPr/>
            <p:nvPr/>
          </p:nvSpPr>
          <p:spPr>
            <a:xfrm rot="1800000">
              <a:off x="795890" y="1563853"/>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Hexagon 95"/>
            <p:cNvSpPr/>
            <p:nvPr/>
          </p:nvSpPr>
          <p:spPr>
            <a:xfrm rot="1800000">
              <a:off x="6806166" y="4145128"/>
              <a:ext cx="1601400" cy="1388236"/>
            </a:xfrm>
            <a:prstGeom prst="hexagon">
              <a:avLst>
                <a:gd name="adj" fmla="val 28544"/>
                <a:gd name="vf" fmla="val 115470"/>
              </a:avLst>
            </a:prstGeom>
            <a:solidFill>
              <a:schemeClr val="bg1">
                <a:alpha val="10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Hexagon 96"/>
            <p:cNvSpPr/>
            <p:nvPr/>
          </p:nvSpPr>
          <p:spPr>
            <a:xfrm rot="1800000">
              <a:off x="7549116" y="5421479"/>
              <a:ext cx="1601400" cy="1388236"/>
            </a:xfrm>
            <a:prstGeom prst="hexagon">
              <a:avLst>
                <a:gd name="adj" fmla="val 28544"/>
                <a:gd name="vf" fmla="val 115470"/>
              </a:avLst>
            </a:pr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Hexagon 97"/>
            <p:cNvSpPr/>
            <p:nvPr/>
          </p:nvSpPr>
          <p:spPr>
            <a:xfrm rot="1800000">
              <a:off x="7549117" y="2868778"/>
              <a:ext cx="1601400" cy="1388236"/>
            </a:xfrm>
            <a:prstGeom prst="hexagon">
              <a:avLst>
                <a:gd name="adj" fmla="val 28544"/>
                <a:gd name="vf" fmla="val 115470"/>
              </a:avLst>
            </a:prstGeom>
            <a:solidFill>
              <a:schemeClr val="bg1">
                <a:alpha val="7000"/>
              </a:schemeClr>
            </a:solidFill>
            <a:ln w="12700">
              <a:solidFill>
                <a:schemeClr val="bg1">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9" name="Freeform 98"/>
            <p:cNvSpPr/>
            <p:nvPr/>
          </p:nvSpPr>
          <p:spPr>
            <a:xfrm rot="1800000">
              <a:off x="8306521" y="4055629"/>
              <a:ext cx="1243407" cy="1388236"/>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118 h 1388236"/>
                <a:gd name="connsiteX1" fmla="*/ 396258 w 1601400"/>
                <a:gd name="connsiteY1" fmla="*/ 0 h 1388236"/>
                <a:gd name="connsiteX2" fmla="*/ 474029 w 1601400"/>
                <a:gd name="connsiteY2" fmla="*/ 4016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243407"/>
                <a:gd name="connsiteY0" fmla="*/ 694118 h 1388236"/>
                <a:gd name="connsiteX1" fmla="*/ 396258 w 1243407"/>
                <a:gd name="connsiteY1" fmla="*/ 0 h 1388236"/>
                <a:gd name="connsiteX2" fmla="*/ 474029 w 1243407"/>
                <a:gd name="connsiteY2" fmla="*/ 4016 h 1388236"/>
                <a:gd name="connsiteX3" fmla="*/ 1243407 w 1243407"/>
                <a:gd name="connsiteY3" fmla="*/ 1325983 h 1388236"/>
                <a:gd name="connsiteX4" fmla="*/ 1205142 w 1243407"/>
                <a:gd name="connsiteY4" fmla="*/ 1388236 h 1388236"/>
                <a:gd name="connsiteX5" fmla="*/ 396258 w 1243407"/>
                <a:gd name="connsiteY5" fmla="*/ 1388236 h 1388236"/>
                <a:gd name="connsiteX6" fmla="*/ 0 w 1243407"/>
                <a:gd name="connsiteY6" fmla="*/ 694118 h 1388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3407" h="1388236">
                  <a:moveTo>
                    <a:pt x="0" y="694118"/>
                  </a:moveTo>
                  <a:lnTo>
                    <a:pt x="396258" y="0"/>
                  </a:lnTo>
                  <a:lnTo>
                    <a:pt x="474029" y="4016"/>
                  </a:lnTo>
                  <a:lnTo>
                    <a:pt x="1243407" y="1325983"/>
                  </a:lnTo>
                  <a:lnTo>
                    <a:pt x="1205142" y="1388236"/>
                  </a:lnTo>
                  <a:lnTo>
                    <a:pt x="396258" y="1388236"/>
                  </a:lnTo>
                  <a:lnTo>
                    <a:pt x="0" y="694118"/>
                  </a:lnTo>
                  <a:close/>
                </a:path>
              </a:pathLst>
            </a:custGeom>
            <a:solidFill>
              <a:schemeClr val="bg1">
                <a:alpha val="400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0" name="Freeform 99"/>
            <p:cNvSpPr/>
            <p:nvPr/>
          </p:nvSpPr>
          <p:spPr>
            <a:xfrm rot="1800000">
              <a:off x="8306771" y="1511524"/>
              <a:ext cx="1241871" cy="1388822"/>
            </a:xfrm>
            <a:custGeom>
              <a:avLst/>
              <a:gdLst>
                <a:gd name="connsiteX0" fmla="*/ 0 w 1601400"/>
                <a:gd name="connsiteY0" fmla="*/ 694118 h 1388236"/>
                <a:gd name="connsiteX1" fmla="*/ 396258 w 1601400"/>
                <a:gd name="connsiteY1" fmla="*/ 0 h 1388236"/>
                <a:gd name="connsiteX2" fmla="*/ 1205142 w 1601400"/>
                <a:gd name="connsiteY2" fmla="*/ 0 h 1388236"/>
                <a:gd name="connsiteX3" fmla="*/ 1601400 w 1601400"/>
                <a:gd name="connsiteY3" fmla="*/ 694118 h 1388236"/>
                <a:gd name="connsiteX4" fmla="*/ 1205142 w 1601400"/>
                <a:gd name="connsiteY4" fmla="*/ 1388236 h 1388236"/>
                <a:gd name="connsiteX5" fmla="*/ 396258 w 1601400"/>
                <a:gd name="connsiteY5" fmla="*/ 1388236 h 1388236"/>
                <a:gd name="connsiteX6" fmla="*/ 0 w 1601400"/>
                <a:gd name="connsiteY6" fmla="*/ 694118 h 1388236"/>
                <a:gd name="connsiteX0" fmla="*/ 0 w 1601400"/>
                <a:gd name="connsiteY0" fmla="*/ 694704 h 1388822"/>
                <a:gd name="connsiteX1" fmla="*/ 396258 w 1601400"/>
                <a:gd name="connsiteY1" fmla="*/ 586 h 1388822"/>
                <a:gd name="connsiteX2" fmla="*/ 482002 w 1601400"/>
                <a:gd name="connsiteY2" fmla="*/ 0 h 1388822"/>
                <a:gd name="connsiteX3" fmla="*/ 1601400 w 1601400"/>
                <a:gd name="connsiteY3" fmla="*/ 694704 h 1388822"/>
                <a:gd name="connsiteX4" fmla="*/ 1205142 w 1601400"/>
                <a:gd name="connsiteY4" fmla="*/ 1388822 h 1388822"/>
                <a:gd name="connsiteX5" fmla="*/ 396258 w 1601400"/>
                <a:gd name="connsiteY5" fmla="*/ 1388822 h 1388822"/>
                <a:gd name="connsiteX6" fmla="*/ 0 w 1601400"/>
                <a:gd name="connsiteY6" fmla="*/ 694704 h 1388822"/>
                <a:gd name="connsiteX0" fmla="*/ 0 w 1241871"/>
                <a:gd name="connsiteY0" fmla="*/ 694704 h 1388822"/>
                <a:gd name="connsiteX1" fmla="*/ 396258 w 1241871"/>
                <a:gd name="connsiteY1" fmla="*/ 586 h 1388822"/>
                <a:gd name="connsiteX2" fmla="*/ 482002 w 1241871"/>
                <a:gd name="connsiteY2" fmla="*/ 0 h 1388822"/>
                <a:gd name="connsiteX3" fmla="*/ 1241871 w 1241871"/>
                <a:gd name="connsiteY3" fmla="*/ 1323912 h 1388822"/>
                <a:gd name="connsiteX4" fmla="*/ 1205142 w 1241871"/>
                <a:gd name="connsiteY4" fmla="*/ 1388822 h 1388822"/>
                <a:gd name="connsiteX5" fmla="*/ 396258 w 1241871"/>
                <a:gd name="connsiteY5" fmla="*/ 1388822 h 1388822"/>
                <a:gd name="connsiteX6" fmla="*/ 0 w 1241871"/>
                <a:gd name="connsiteY6" fmla="*/ 694704 h 1388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41871" h="1388822">
                  <a:moveTo>
                    <a:pt x="0" y="694704"/>
                  </a:moveTo>
                  <a:lnTo>
                    <a:pt x="396258" y="586"/>
                  </a:lnTo>
                  <a:lnTo>
                    <a:pt x="482002" y="0"/>
                  </a:lnTo>
                  <a:lnTo>
                    <a:pt x="1241871" y="1323912"/>
                  </a:lnTo>
                  <a:lnTo>
                    <a:pt x="1205142" y="1388822"/>
                  </a:lnTo>
                  <a:lnTo>
                    <a:pt x="396258" y="1388822"/>
                  </a:lnTo>
                  <a:lnTo>
                    <a:pt x="0" y="694704"/>
                  </a:lnTo>
                  <a:close/>
                </a:path>
              </a:pathLst>
            </a:custGeom>
            <a:solidFill>
              <a:schemeClr val="bg1">
                <a:alpha val="0"/>
              </a:schemeClr>
            </a:solidFill>
            <a:ln w="12700">
              <a:solidFill>
                <a:schemeClr val="bg1">
                  <a:alpha val="12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6" name="Rectangle 65"/>
          <p:cNvSpPr/>
          <p:nvPr/>
        </p:nvSpPr>
        <p:spPr>
          <a:xfrm>
            <a:off x="457200" y="333487"/>
            <a:ext cx="8229600" cy="6185647"/>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Rectangle 69"/>
          <p:cNvSpPr/>
          <p:nvPr/>
        </p:nvSpPr>
        <p:spPr>
          <a:xfrm>
            <a:off x="4561242" y="-21511"/>
            <a:ext cx="3679116" cy="699244"/>
          </a:xfrm>
          <a:prstGeom prst="rect">
            <a:avLst/>
          </a:prstGeom>
          <a:solidFill>
            <a:srgbClr val="F5F5F5"/>
          </a:solid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Rectangle 70"/>
          <p:cNvSpPr/>
          <p:nvPr/>
        </p:nvSpPr>
        <p:spPr>
          <a:xfrm>
            <a:off x="4649096" y="-21510"/>
            <a:ext cx="3505200" cy="6239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Placeholder 1"/>
          <p:cNvSpPr>
            <a:spLocks noGrp="1"/>
          </p:cNvSpPr>
          <p:nvPr>
            <p:ph type="title"/>
          </p:nvPr>
        </p:nvSpPr>
        <p:spPr>
          <a:xfrm>
            <a:off x="1043490" y="1027664"/>
            <a:ext cx="7024744" cy="1143000"/>
          </a:xfrm>
          <a:prstGeom prst="rect">
            <a:avLst/>
          </a:prstGeom>
        </p:spPr>
        <p:txBody>
          <a:bodyPr vert="horz" lIns="91440" tIns="45720" rIns="91440" bIns="45720" rtlCol="0" anchor="b">
            <a:normAutofit/>
          </a:bodyPr>
          <a:lstStyle/>
          <a:p>
            <a:r>
              <a:rPr lang="pl-PL" smtClean="0"/>
              <a:t>Kliknij, aby edytować styl</a:t>
            </a:r>
            <a:endParaRPr lang="en-US" dirty="0"/>
          </a:p>
        </p:txBody>
      </p:sp>
      <p:sp>
        <p:nvSpPr>
          <p:cNvPr id="3" name="Text Placeholder 2"/>
          <p:cNvSpPr>
            <a:spLocks noGrp="1"/>
          </p:cNvSpPr>
          <p:nvPr>
            <p:ph type="body" idx="1"/>
          </p:nvPr>
        </p:nvSpPr>
        <p:spPr>
          <a:xfrm>
            <a:off x="1043492" y="2323652"/>
            <a:ext cx="6777317" cy="3508977"/>
          </a:xfrm>
          <a:prstGeom prst="rect">
            <a:avLst/>
          </a:prstGeom>
        </p:spPr>
        <p:txBody>
          <a:bodyPr vert="horz" lIns="91440" tIns="45720" rIns="91440" bIns="45720" rtlCol="0">
            <a:normAutofit/>
          </a:bodyPr>
          <a:lstStyle/>
          <a:p>
            <a:pPr lvl="0"/>
            <a:r>
              <a:rPr lang="pl-PL" smtClean="0"/>
              <a:t>Kliknij, aby edytować style wzorca tekstu</a:t>
            </a:r>
          </a:p>
          <a:p>
            <a:pPr lvl="1"/>
            <a:r>
              <a:rPr lang="pl-PL" smtClean="0"/>
              <a:t>Drugi poziom</a:t>
            </a:r>
          </a:p>
          <a:p>
            <a:pPr lvl="2"/>
            <a:r>
              <a:rPr lang="pl-PL" smtClean="0"/>
              <a:t>Trzeci poziom</a:t>
            </a:r>
          </a:p>
          <a:p>
            <a:pPr lvl="3"/>
            <a:r>
              <a:rPr lang="pl-PL" smtClean="0"/>
              <a:t>Czwarty poziom</a:t>
            </a:r>
          </a:p>
          <a:p>
            <a:pPr lvl="4"/>
            <a:r>
              <a:rPr lang="pl-PL" smtClean="0"/>
              <a:t>Piąty poziom</a:t>
            </a:r>
            <a:endParaRPr lang="en-US" dirty="0"/>
          </a:p>
        </p:txBody>
      </p:sp>
      <p:sp>
        <p:nvSpPr>
          <p:cNvPr id="4" name="Date Placeholder 3"/>
          <p:cNvSpPr>
            <a:spLocks noGrp="1"/>
          </p:cNvSpPr>
          <p:nvPr>
            <p:ph type="dt" sz="half" idx="2"/>
          </p:nvPr>
        </p:nvSpPr>
        <p:spPr>
          <a:xfrm>
            <a:off x="5997388" y="224492"/>
            <a:ext cx="2133600" cy="365125"/>
          </a:xfrm>
          <a:prstGeom prst="rect">
            <a:avLst/>
          </a:prstGeom>
        </p:spPr>
        <p:txBody>
          <a:bodyPr vert="horz" lIns="91440" tIns="45720" rIns="91440" bIns="45720" rtlCol="0" anchor="ctr"/>
          <a:lstStyle>
            <a:lvl1pPr algn="r">
              <a:defRPr sz="1200">
                <a:solidFill>
                  <a:srgbClr val="FEFEFE"/>
                </a:solidFill>
              </a:defRPr>
            </a:lvl1pPr>
          </a:lstStyle>
          <a:p>
            <a:fld id="{AC03D3B5-FCC0-4C19-BA09-C74375672AD8}" type="datetimeFigureOut">
              <a:rPr lang="pl-PL" smtClean="0"/>
              <a:t>27.05.2019</a:t>
            </a:fld>
            <a:endParaRPr lang="pl-PL" dirty="0"/>
          </a:p>
        </p:txBody>
      </p:sp>
      <p:sp>
        <p:nvSpPr>
          <p:cNvPr id="5" name="Footer Placeholder 4"/>
          <p:cNvSpPr>
            <a:spLocks noGrp="1"/>
          </p:cNvSpPr>
          <p:nvPr>
            <p:ph type="ftr" sz="quarter" idx="3"/>
          </p:nvPr>
        </p:nvSpPr>
        <p:spPr>
          <a:xfrm>
            <a:off x="4641448" y="5852160"/>
            <a:ext cx="3502152" cy="365125"/>
          </a:xfrm>
          <a:prstGeom prst="rect">
            <a:avLst/>
          </a:prstGeom>
        </p:spPr>
        <p:txBody>
          <a:bodyPr vert="horz" lIns="91440" tIns="45720" rIns="91440" bIns="45720" rtlCol="0" anchor="ctr"/>
          <a:lstStyle>
            <a:lvl1pPr algn="r">
              <a:defRPr sz="1200">
                <a:solidFill>
                  <a:schemeClr val="accent1"/>
                </a:solidFill>
              </a:defRPr>
            </a:lvl1pPr>
          </a:lstStyle>
          <a:p>
            <a:endParaRPr lang="pl-PL" dirty="0"/>
          </a:p>
        </p:txBody>
      </p:sp>
      <p:sp>
        <p:nvSpPr>
          <p:cNvPr id="6" name="Slide Number Placeholder 5"/>
          <p:cNvSpPr>
            <a:spLocks noGrp="1"/>
          </p:cNvSpPr>
          <p:nvPr>
            <p:ph type="sldNum" sz="quarter" idx="4"/>
          </p:nvPr>
        </p:nvSpPr>
        <p:spPr>
          <a:xfrm>
            <a:off x="4649096" y="224491"/>
            <a:ext cx="1332156" cy="365125"/>
          </a:xfrm>
          <a:prstGeom prst="rect">
            <a:avLst/>
          </a:prstGeom>
        </p:spPr>
        <p:txBody>
          <a:bodyPr vert="horz" lIns="91440" tIns="45720" rIns="91440" bIns="45720" rtlCol="0" anchor="ctr"/>
          <a:lstStyle>
            <a:lvl1pPr algn="l">
              <a:defRPr sz="1200">
                <a:solidFill>
                  <a:srgbClr val="FEFEFE"/>
                </a:solidFill>
              </a:defRPr>
            </a:lvl1pPr>
          </a:lstStyle>
          <a:p>
            <a:fld id="{EF81AC6E-18CA-400B-8FEF-2E09DF4BD899}" type="slidenum">
              <a:rPr lang="pl-PL" smtClean="0"/>
              <a:t>‹#›</a:t>
            </a:fld>
            <a:endParaRPr lang="pl-PL"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0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274320" algn="l" defTabSz="914400" rtl="0" eaLnBrk="1" latinLnBrk="0" hangingPunct="1">
        <a:spcBef>
          <a:spcPct val="20000"/>
        </a:spcBef>
        <a:buClr>
          <a:schemeClr val="accent1"/>
        </a:buClr>
        <a:buSzPct val="76000"/>
        <a:buFont typeface="Wingdings 2" pitchFamily="18" charset="2"/>
        <a:buChar char=""/>
        <a:defRPr sz="2400" kern="1200">
          <a:solidFill>
            <a:schemeClr val="tx2"/>
          </a:solidFill>
          <a:latin typeface="+mn-lt"/>
          <a:ea typeface="+mn-ea"/>
          <a:cs typeface="+mn-cs"/>
        </a:defRPr>
      </a:lvl1pPr>
      <a:lvl2pPr marL="640080" indent="-274320" algn="l" defTabSz="914400" rtl="0" eaLnBrk="1" latinLnBrk="0" hangingPunct="1">
        <a:spcBef>
          <a:spcPct val="20000"/>
        </a:spcBef>
        <a:buClr>
          <a:schemeClr val="accent1"/>
        </a:buClr>
        <a:buSzPct val="76000"/>
        <a:buFont typeface="Wingdings 2" pitchFamily="18" charset="2"/>
        <a:buChar char=""/>
        <a:defRPr sz="2200" kern="1200">
          <a:solidFill>
            <a:schemeClr val="tx2"/>
          </a:solidFill>
          <a:latin typeface="+mn-lt"/>
          <a:ea typeface="+mn-ea"/>
          <a:cs typeface="+mn-cs"/>
        </a:defRPr>
      </a:lvl2pPr>
      <a:lvl3pPr marL="914400" indent="-228600" algn="l" defTabSz="914400" rtl="0" eaLnBrk="1" latinLnBrk="0" hangingPunct="1">
        <a:spcBef>
          <a:spcPct val="20000"/>
        </a:spcBef>
        <a:buClr>
          <a:schemeClr val="accent1"/>
        </a:buClr>
        <a:buSzPct val="76000"/>
        <a:buFont typeface="Wingdings 2" pitchFamily="18" charset="2"/>
        <a:buChar char=""/>
        <a:defRPr sz="2000" kern="1200">
          <a:solidFill>
            <a:schemeClr val="tx2"/>
          </a:solidFill>
          <a:latin typeface="+mn-lt"/>
          <a:ea typeface="+mn-ea"/>
          <a:cs typeface="+mn-cs"/>
        </a:defRPr>
      </a:lvl3pPr>
      <a:lvl4pPr marL="1124712" indent="-228600" algn="l" defTabSz="914400" rtl="0" eaLnBrk="1" latinLnBrk="0" hangingPunct="1">
        <a:spcBef>
          <a:spcPct val="20000"/>
        </a:spcBef>
        <a:buClr>
          <a:schemeClr val="accent1"/>
        </a:buClr>
        <a:buSzPct val="76000"/>
        <a:buFont typeface="Wingdings 2" pitchFamily="18" charset="2"/>
        <a:buChar char=""/>
        <a:defRPr sz="1800" kern="1200">
          <a:solidFill>
            <a:schemeClr val="tx2"/>
          </a:solidFill>
          <a:latin typeface="+mn-lt"/>
          <a:ea typeface="+mn-ea"/>
          <a:cs typeface="+mn-cs"/>
        </a:defRPr>
      </a:lvl4pPr>
      <a:lvl5pPr marL="1325880" indent="-228600" algn="l" defTabSz="914400" rtl="0" eaLnBrk="1" latinLnBrk="0" hangingPunct="1">
        <a:spcBef>
          <a:spcPct val="20000"/>
        </a:spcBef>
        <a:buClr>
          <a:schemeClr val="accent1"/>
        </a:buClr>
        <a:buSzPct val="76000"/>
        <a:buFont typeface="Wingdings 2" pitchFamily="18" charset="2"/>
        <a:buChar char=""/>
        <a:defRPr sz="1600" kern="1200" baseline="0">
          <a:solidFill>
            <a:schemeClr val="tx2"/>
          </a:solidFill>
          <a:latin typeface="+mn-lt"/>
          <a:ea typeface="+mn-ea"/>
          <a:cs typeface="+mn-cs"/>
        </a:defRPr>
      </a:lvl5pPr>
      <a:lvl6pPr marL="1517904"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6pPr>
      <a:lvl7pPr marL="1719072"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7pPr>
      <a:lvl8pPr marL="1920240"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8pPr>
      <a:lvl9pPr marL="2121408" indent="-228600" algn="l" defTabSz="914400" rtl="0" eaLnBrk="1" latinLnBrk="0" hangingPunct="1">
        <a:spcBef>
          <a:spcPct val="20000"/>
        </a:spcBef>
        <a:buClr>
          <a:schemeClr val="accent1"/>
        </a:buClr>
        <a:buSzPct val="76000"/>
        <a:buFont typeface="Wingdings 2"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ctrTitle"/>
          </p:nvPr>
        </p:nvSpPr>
        <p:spPr/>
        <p:txBody>
          <a:bodyPr/>
          <a:lstStyle/>
          <a:p>
            <a:r>
              <a:rPr lang="pl-PL" dirty="0" smtClean="0"/>
              <a:t>Polskie Parki Narodowe</a:t>
            </a:r>
            <a:endParaRPr lang="pl-PL" dirty="0"/>
          </a:p>
        </p:txBody>
      </p:sp>
      <p:sp>
        <p:nvSpPr>
          <p:cNvPr id="3" name="Podtytuł 2"/>
          <p:cNvSpPr>
            <a:spLocks noGrp="1"/>
          </p:cNvSpPr>
          <p:nvPr>
            <p:ph type="subTitle" idx="1"/>
          </p:nvPr>
        </p:nvSpPr>
        <p:spPr/>
        <p:txBody>
          <a:bodyPr/>
          <a:lstStyle/>
          <a:p>
            <a:r>
              <a:rPr lang="pl-PL" dirty="0" smtClean="0"/>
              <a:t>Stanisław Piechota</a:t>
            </a:r>
            <a:endParaRPr lang="pl-PL"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Co to jest Park Narodowy?</a:t>
            </a:r>
            <a:endParaRPr lang="pl-PL" dirty="0"/>
          </a:p>
        </p:txBody>
      </p:sp>
      <p:sp>
        <p:nvSpPr>
          <p:cNvPr id="3" name="Symbol zastępczy zawartości 2"/>
          <p:cNvSpPr>
            <a:spLocks noGrp="1"/>
          </p:cNvSpPr>
          <p:nvPr>
            <p:ph idx="1"/>
          </p:nvPr>
        </p:nvSpPr>
        <p:spPr/>
        <p:txBody>
          <a:bodyPr/>
          <a:lstStyle/>
          <a:p>
            <a:r>
              <a:rPr lang="pl-PL" dirty="0" smtClean="0"/>
              <a:t>Park Narodowy – jedna z form ochrony przyrody w Polsce. </a:t>
            </a:r>
            <a:r>
              <a:rPr lang="pl-PL" i="1" dirty="0" smtClean="0"/>
              <a:t>„Obejmuje obszar nie mniejszy niż 1000ha, wyróżniającym się szczególnymi wartościami przyrodniczymi, naukowymi, społecznymi, kulturowymi, edukacyjnymi” </a:t>
            </a:r>
            <a:r>
              <a:rPr lang="pl-PL" dirty="0" smtClean="0"/>
              <a:t>jak mówi </a:t>
            </a:r>
            <a:r>
              <a:rPr lang="pl-PL" i="1" dirty="0" smtClean="0"/>
              <a:t>Ustawa o ochronie przyrody </a:t>
            </a:r>
            <a:r>
              <a:rPr lang="pl-PL" dirty="0" smtClean="0"/>
              <a:t>z 2004r. </a:t>
            </a:r>
            <a:endParaRPr lang="pl-PL" i="1"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Po co funkcjonuje?</a:t>
            </a:r>
            <a:endParaRPr lang="pl-PL" dirty="0"/>
          </a:p>
        </p:txBody>
      </p:sp>
      <p:sp>
        <p:nvSpPr>
          <p:cNvPr id="3" name="Symbol zastępczy zawartości 2"/>
          <p:cNvSpPr>
            <a:spLocks noGrp="1"/>
          </p:cNvSpPr>
          <p:nvPr>
            <p:ph idx="1"/>
          </p:nvPr>
        </p:nvSpPr>
        <p:spPr/>
        <p:txBody>
          <a:bodyPr wrap="square">
            <a:normAutofit fontScale="85000" lnSpcReduction="10000"/>
          </a:bodyPr>
          <a:lstStyle/>
          <a:p>
            <a:pPr>
              <a:buNone/>
            </a:pPr>
            <a:r>
              <a:rPr lang="pl-PL" dirty="0" smtClean="0"/>
              <a:t>Tworzy się go w celu zachowania różnorodności biologicznej, zasobów, tworów i składników przyrody nieożywionej i walorów krajobrazowych, przywrócenia właściwego stanu zasobów i składników przyrody oraz odtworzenia zniekształconych siedlisk przyrodniczych, siedlisk roślin, siedlisk zwierząt lub siedlisk grzybów. Te elementy określa się mianem </a:t>
            </a:r>
            <a:r>
              <a:rPr lang="pl-PL" i="1" dirty="0" smtClean="0"/>
              <a:t>„Strategicznych zasobów naturalnych Polski”, </a:t>
            </a:r>
            <a:r>
              <a:rPr lang="pl-PL" dirty="0" smtClean="0"/>
              <a:t>co wynika z </a:t>
            </a:r>
            <a:r>
              <a:rPr lang="pl-PL" i="1" dirty="0" smtClean="0"/>
              <a:t>1 pkt. 5 ustawy z dnia 6 lipca 2001r. o zachowaniu narodowego charakteru strategicznych zasobów naturalnych kraju</a:t>
            </a:r>
            <a:r>
              <a:rPr lang="pl-PL" dirty="0" smtClean="0"/>
              <a:t>.</a:t>
            </a:r>
            <a:endParaRPr lang="pl-PL"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Parki, a turystyka</a:t>
            </a:r>
            <a:endParaRPr lang="pl-PL" dirty="0"/>
          </a:p>
        </p:txBody>
      </p:sp>
      <p:sp>
        <p:nvSpPr>
          <p:cNvPr id="3" name="Symbol zastępczy zawartości 2"/>
          <p:cNvSpPr>
            <a:spLocks noGrp="1"/>
          </p:cNvSpPr>
          <p:nvPr>
            <p:ph idx="1"/>
          </p:nvPr>
        </p:nvSpPr>
        <p:spPr/>
        <p:txBody>
          <a:bodyPr/>
          <a:lstStyle/>
          <a:p>
            <a:pPr>
              <a:buNone/>
            </a:pPr>
            <a:r>
              <a:rPr lang="pl-PL" dirty="0" smtClean="0"/>
              <a:t>Mimo ochrony ścisłej ochrony przyrody po Parkach Narodowych mogą poruszać się turyści. Wspomniana ustawa podaje, że może odbywać się to wyłącznie na określonych szlakach. Takie przejście może odbywać się za opłatą maksymalnie 7zł lub za darmo.</a:t>
            </a:r>
            <a:endParaRPr lang="pl-PL"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Organ nadzorujący</a:t>
            </a:r>
            <a:endParaRPr lang="pl-PL" dirty="0"/>
          </a:p>
        </p:txBody>
      </p:sp>
      <p:sp>
        <p:nvSpPr>
          <p:cNvPr id="3" name="Symbol zastępczy zawartości 2"/>
          <p:cNvSpPr>
            <a:spLocks noGrp="1"/>
          </p:cNvSpPr>
          <p:nvPr>
            <p:ph idx="1"/>
          </p:nvPr>
        </p:nvSpPr>
        <p:spPr/>
        <p:txBody>
          <a:bodyPr/>
          <a:lstStyle/>
          <a:p>
            <a:pPr>
              <a:buNone/>
            </a:pPr>
            <a:r>
              <a:rPr lang="pl-PL" dirty="0" smtClean="0"/>
              <a:t>Do 30 kwietnia 2004r. Parki były nadzorowane Krajowy Zarząd Parków Narodowych (KZPN), a od tego czasu kontrolę przejęło Ministerstwo Środowiska. Teraz zadania wynikające z nadzoru Ministra wypełnia Departament Ochrony Przyrody Ministerstwa Środowiska.</a:t>
            </a:r>
            <a:endParaRPr lang="pl-PL"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Lista Parków Narodowych</a:t>
            </a:r>
            <a:endParaRPr lang="pl-PL" dirty="0"/>
          </a:p>
        </p:txBody>
      </p:sp>
      <p:sp>
        <p:nvSpPr>
          <p:cNvPr id="3" name="Symbol zastępczy zawartości 2"/>
          <p:cNvSpPr>
            <a:spLocks noGrp="1"/>
          </p:cNvSpPr>
          <p:nvPr>
            <p:ph idx="1"/>
          </p:nvPr>
        </p:nvSpPr>
        <p:spPr/>
        <p:txBody>
          <a:bodyPr numCol="2">
            <a:normAutofit fontScale="77500" lnSpcReduction="20000"/>
          </a:bodyPr>
          <a:lstStyle/>
          <a:p>
            <a:r>
              <a:rPr lang="pl-PL" dirty="0" smtClean="0"/>
              <a:t>Babiogórski PN</a:t>
            </a:r>
          </a:p>
          <a:p>
            <a:r>
              <a:rPr lang="pl-PL" dirty="0" smtClean="0"/>
              <a:t>Białowieski PN</a:t>
            </a:r>
          </a:p>
          <a:p>
            <a:r>
              <a:rPr lang="pl-PL" dirty="0" smtClean="0"/>
              <a:t>Biebrzański PN</a:t>
            </a:r>
          </a:p>
          <a:p>
            <a:r>
              <a:rPr lang="pl-PL" dirty="0" smtClean="0"/>
              <a:t>Bieszczadzki PN</a:t>
            </a:r>
          </a:p>
          <a:p>
            <a:r>
              <a:rPr lang="pl-PL" dirty="0" smtClean="0"/>
              <a:t>PN „Bory Tucholskie”</a:t>
            </a:r>
          </a:p>
          <a:p>
            <a:r>
              <a:rPr lang="pl-PL" dirty="0" smtClean="0"/>
              <a:t>Drawieński PN</a:t>
            </a:r>
          </a:p>
          <a:p>
            <a:r>
              <a:rPr lang="pl-PL" dirty="0" smtClean="0"/>
              <a:t>Gorczański PN</a:t>
            </a:r>
          </a:p>
          <a:p>
            <a:r>
              <a:rPr lang="pl-PL" dirty="0" smtClean="0"/>
              <a:t>PN Gór Stołowych</a:t>
            </a:r>
          </a:p>
          <a:p>
            <a:r>
              <a:rPr lang="pl-PL" dirty="0" smtClean="0"/>
              <a:t>Kampinowski PN</a:t>
            </a:r>
          </a:p>
          <a:p>
            <a:r>
              <a:rPr lang="pl-PL" dirty="0" smtClean="0"/>
              <a:t>Karkonoski PN</a:t>
            </a:r>
          </a:p>
          <a:p>
            <a:r>
              <a:rPr lang="pl-PL" dirty="0" smtClean="0"/>
              <a:t>Magurski PN</a:t>
            </a:r>
          </a:p>
          <a:p>
            <a:r>
              <a:rPr lang="pl-PL" dirty="0" smtClean="0"/>
              <a:t>Narwiański PN</a:t>
            </a:r>
          </a:p>
          <a:p>
            <a:r>
              <a:rPr lang="pl-PL" dirty="0" smtClean="0"/>
              <a:t>Ojcowski PN</a:t>
            </a:r>
          </a:p>
          <a:p>
            <a:r>
              <a:rPr lang="pl-PL" dirty="0" smtClean="0"/>
              <a:t>Pieniński PN</a:t>
            </a:r>
          </a:p>
          <a:p>
            <a:r>
              <a:rPr lang="pl-PL" dirty="0" smtClean="0"/>
              <a:t>Poleski PN</a:t>
            </a:r>
          </a:p>
          <a:p>
            <a:r>
              <a:rPr lang="pl-PL" dirty="0" smtClean="0"/>
              <a:t>Roztoczański PN</a:t>
            </a:r>
          </a:p>
          <a:p>
            <a:r>
              <a:rPr lang="pl-PL" dirty="0" smtClean="0"/>
              <a:t>Słowiński PN</a:t>
            </a:r>
          </a:p>
          <a:p>
            <a:r>
              <a:rPr lang="pl-PL" dirty="0" smtClean="0"/>
              <a:t>Świętokrzyski PN</a:t>
            </a:r>
          </a:p>
          <a:p>
            <a:r>
              <a:rPr lang="pl-PL" dirty="0" smtClean="0"/>
              <a:t>Tatrzański PN</a:t>
            </a:r>
          </a:p>
          <a:p>
            <a:r>
              <a:rPr lang="pl-PL" dirty="0" smtClean="0"/>
              <a:t>PN „Ujście Warty”</a:t>
            </a:r>
          </a:p>
          <a:p>
            <a:r>
              <a:rPr lang="pl-PL" dirty="0" smtClean="0"/>
              <a:t>Wielkopolski PN</a:t>
            </a:r>
          </a:p>
          <a:p>
            <a:r>
              <a:rPr lang="pl-PL" dirty="0" smtClean="0"/>
              <a:t>Wigierski PN</a:t>
            </a:r>
          </a:p>
          <a:p>
            <a:r>
              <a:rPr lang="pl-PL" dirty="0" smtClean="0"/>
              <a:t>Woliński PN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Babiogórski PN</a:t>
            </a:r>
            <a:endParaRPr lang="pl-PL" dirty="0"/>
          </a:p>
        </p:txBody>
      </p:sp>
      <p:sp>
        <p:nvSpPr>
          <p:cNvPr id="3" name="Symbol zastępczy zawartości 2"/>
          <p:cNvSpPr>
            <a:spLocks noGrp="1"/>
          </p:cNvSpPr>
          <p:nvPr>
            <p:ph idx="1"/>
          </p:nvPr>
        </p:nvSpPr>
        <p:spPr>
          <a:xfrm>
            <a:off x="1043492" y="2071678"/>
            <a:ext cx="5671648" cy="4357718"/>
          </a:xfrm>
        </p:spPr>
        <p:txBody>
          <a:bodyPr>
            <a:normAutofit fontScale="92500" lnSpcReduction="20000"/>
          </a:bodyPr>
          <a:lstStyle/>
          <a:p>
            <a:pPr>
              <a:buNone/>
            </a:pPr>
            <a:r>
              <a:rPr lang="pl-PL" dirty="0" smtClean="0"/>
              <a:t>Park utworzony w 1954r. na terenie województwa Małopolskiego. Jego symbolem jest okrzyn jeleni. Obejmuje obszar ok. 34 km kw. Został powołany na podstawie </a:t>
            </a:r>
            <a:r>
              <a:rPr lang="pl-PL" i="1" dirty="0" smtClean="0"/>
              <a:t>Dz. U. z 1955r. Nr 4, poz. 25. </a:t>
            </a:r>
          </a:p>
          <a:p>
            <a:pPr>
              <a:buNone/>
            </a:pPr>
            <a:r>
              <a:rPr lang="pl-PL" dirty="0" smtClean="0"/>
              <a:t>Gatunki występujące:</a:t>
            </a:r>
            <a:r>
              <a:rPr lang="pl-PL" dirty="0" smtClean="0"/>
              <a:t/>
            </a:r>
            <a:br>
              <a:rPr lang="pl-PL" dirty="0" smtClean="0"/>
            </a:br>
            <a:r>
              <a:rPr lang="pl-PL" dirty="0" smtClean="0"/>
              <a:t>105 gatunków </a:t>
            </a:r>
            <a:r>
              <a:rPr lang="pl-PL" dirty="0" smtClean="0"/>
              <a:t>ptaków. Rysie </a:t>
            </a:r>
            <a:r>
              <a:rPr lang="pl-PL" dirty="0" smtClean="0"/>
              <a:t>i niedźwiedzie. Owady, zwłaszcza </a:t>
            </a:r>
            <a:r>
              <a:rPr lang="pl-PL" dirty="0" smtClean="0"/>
              <a:t>chrząszcze</a:t>
            </a:r>
            <a:r>
              <a:rPr lang="pl-PL" dirty="0" smtClean="0"/>
              <a:t>.</a:t>
            </a:r>
            <a:r>
              <a:rPr lang="pl-PL" dirty="0" smtClean="0"/>
              <a:t> </a:t>
            </a:r>
            <a:r>
              <a:rPr lang="pl-PL" dirty="0" smtClean="0"/>
              <a:t>B</a:t>
            </a:r>
            <a:r>
              <a:rPr lang="pl-PL" dirty="0" smtClean="0"/>
              <a:t>uk zwyczajny, </a:t>
            </a:r>
            <a:r>
              <a:rPr lang="pl-PL" dirty="0" smtClean="0"/>
              <a:t>żywiec cebulkowy, czosnek </a:t>
            </a:r>
            <a:r>
              <a:rPr lang="pl-PL" dirty="0" smtClean="0"/>
              <a:t>niedźwiedzi, kosodrzewina</a:t>
            </a:r>
            <a:r>
              <a:rPr lang="pl-PL" dirty="0" smtClean="0"/>
              <a:t>, jarzębina, kostrzewa pstra, zawilec narcyzowy, goździk okazały, lilia </a:t>
            </a:r>
            <a:r>
              <a:rPr lang="pl-PL" dirty="0" smtClean="0"/>
              <a:t>złotogłów, </a:t>
            </a:r>
            <a:r>
              <a:rPr lang="pl-PL" dirty="0" smtClean="0"/>
              <a:t>kosmatka brunatna, rogownica </a:t>
            </a:r>
            <a:r>
              <a:rPr lang="pl-PL" dirty="0" smtClean="0"/>
              <a:t>alpejska</a:t>
            </a:r>
            <a:endParaRPr lang="pl-PL" dirty="0" smtClean="0"/>
          </a:p>
          <a:p>
            <a:pPr>
              <a:buNone/>
            </a:pPr>
            <a:endParaRPr lang="pl-PL" dirty="0" smtClean="0"/>
          </a:p>
        </p:txBody>
      </p:sp>
      <p:pic>
        <p:nvPicPr>
          <p:cNvPr id="1026" name="Picture 2"/>
          <p:cNvPicPr>
            <a:picLocks noChangeAspect="1" noChangeArrowheads="1"/>
          </p:cNvPicPr>
          <p:nvPr/>
        </p:nvPicPr>
        <p:blipFill>
          <a:blip r:embed="rId2"/>
          <a:srcRect/>
          <a:stretch>
            <a:fillRect/>
          </a:stretch>
        </p:blipFill>
        <p:spPr bwMode="auto">
          <a:xfrm>
            <a:off x="6286512" y="857232"/>
            <a:ext cx="2071690" cy="207169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Białowieski PN</a:t>
            </a:r>
            <a:endParaRPr lang="pl-PL" dirty="0"/>
          </a:p>
        </p:txBody>
      </p:sp>
      <p:sp>
        <p:nvSpPr>
          <p:cNvPr id="3" name="Symbol zastępczy zawartości 2"/>
          <p:cNvSpPr>
            <a:spLocks noGrp="1"/>
          </p:cNvSpPr>
          <p:nvPr>
            <p:ph idx="1"/>
          </p:nvPr>
        </p:nvSpPr>
        <p:spPr>
          <a:xfrm>
            <a:off x="1000101" y="2285992"/>
            <a:ext cx="4429155" cy="3857652"/>
          </a:xfrm>
        </p:spPr>
        <p:txBody>
          <a:bodyPr>
            <a:normAutofit fontScale="92500"/>
          </a:bodyPr>
          <a:lstStyle/>
          <a:p>
            <a:pPr>
              <a:buNone/>
            </a:pPr>
            <a:r>
              <a:rPr lang="pl-PL" dirty="0" smtClean="0"/>
              <a:t>Park Narodowy obejmujący 104 km kw. województwa Podlaskiego. Powołany w 1932r. Symbolem parku jest żubr</a:t>
            </a:r>
          </a:p>
          <a:p>
            <a:pPr>
              <a:buNone/>
            </a:pPr>
            <a:r>
              <a:rPr lang="pl-PL" dirty="0" smtClean="0"/>
              <a:t>Gatunki występujące:</a:t>
            </a:r>
            <a:br>
              <a:rPr lang="pl-PL" dirty="0" smtClean="0"/>
            </a:br>
            <a:r>
              <a:rPr lang="pl-PL" dirty="0" smtClean="0"/>
              <a:t>pełnik europejski, kosaciec syberyjski, arnika górska, fiołek bagienny, żubr, płazińce, niesporczaki, wije, brzuchorzęski</a:t>
            </a:r>
            <a:endParaRPr lang="pl-PL" dirty="0"/>
          </a:p>
        </p:txBody>
      </p:sp>
      <p:pic>
        <p:nvPicPr>
          <p:cNvPr id="2050" name="Picture 2" descr="Logotyp Białowieski Park Narodowy"/>
          <p:cNvPicPr>
            <a:picLocks noChangeAspect="1" noChangeArrowheads="1"/>
          </p:cNvPicPr>
          <p:nvPr/>
        </p:nvPicPr>
        <p:blipFill>
          <a:blip r:embed="rId2"/>
          <a:srcRect/>
          <a:stretch>
            <a:fillRect/>
          </a:stretch>
        </p:blipFill>
        <p:spPr bwMode="auto">
          <a:xfrm>
            <a:off x="5286380" y="2071678"/>
            <a:ext cx="3286116" cy="3286116"/>
          </a:xfrm>
          <a:prstGeom prst="rect">
            <a:avLst/>
          </a:prstGeo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Bieszczadzki PN</a:t>
            </a:r>
            <a:endParaRPr lang="pl-PL" dirty="0"/>
          </a:p>
        </p:txBody>
      </p:sp>
      <p:sp>
        <p:nvSpPr>
          <p:cNvPr id="3" name="Symbol zastępczy zawartości 2"/>
          <p:cNvSpPr>
            <a:spLocks noGrp="1"/>
          </p:cNvSpPr>
          <p:nvPr>
            <p:ph idx="1"/>
          </p:nvPr>
        </p:nvSpPr>
        <p:spPr>
          <a:xfrm>
            <a:off x="1071538" y="2000240"/>
            <a:ext cx="4028574" cy="4643470"/>
          </a:xfrm>
        </p:spPr>
        <p:txBody>
          <a:bodyPr>
            <a:normAutofit fontScale="85000" lnSpcReduction="10000"/>
          </a:bodyPr>
          <a:lstStyle/>
          <a:p>
            <a:pPr>
              <a:buNone/>
            </a:pPr>
            <a:r>
              <a:rPr lang="pl-PL" dirty="0" smtClean="0"/>
              <a:t>PN położony w Bieszczadach zachodnich. Został utworzony w 1973r. Ma powierzchnię 292 km kw. co zapewniło mu miano największego PN w górach. Symbolem jest ryś</a:t>
            </a:r>
          </a:p>
          <a:p>
            <a:pPr>
              <a:buNone/>
            </a:pPr>
            <a:r>
              <a:rPr lang="pl-PL" dirty="0" smtClean="0"/>
              <a:t>Gatunki występujące:</a:t>
            </a:r>
            <a:br>
              <a:rPr lang="pl-PL" dirty="0" smtClean="0"/>
            </a:br>
            <a:r>
              <a:rPr lang="pl-PL" dirty="0" smtClean="0"/>
              <a:t>tojad </a:t>
            </a:r>
            <a:r>
              <a:rPr lang="pl-PL" dirty="0" err="1" smtClean="0"/>
              <a:t>wschodniokarpacki</a:t>
            </a:r>
            <a:r>
              <a:rPr lang="pl-PL" dirty="0" smtClean="0"/>
              <a:t> i </a:t>
            </a:r>
            <a:r>
              <a:rPr lang="pl-PL" dirty="0" err="1" smtClean="0"/>
              <a:t>tauryjski</a:t>
            </a:r>
            <a:r>
              <a:rPr lang="pl-PL" dirty="0" smtClean="0"/>
              <a:t>, goździk kartuzek, goździk skupiony, lepnica karpacka, pszeniec </a:t>
            </a:r>
            <a:r>
              <a:rPr lang="pl-PL" dirty="0" smtClean="0"/>
              <a:t>biały, </a:t>
            </a:r>
            <a:r>
              <a:rPr lang="pl-PL" dirty="0" smtClean="0"/>
              <a:t>sóweczki, włochatki, puchacze i puszczyki </a:t>
            </a:r>
            <a:r>
              <a:rPr lang="pl-PL" dirty="0" smtClean="0"/>
              <a:t>uralskie, orły i dzięcioły białogrzbiety i trójpalczasty</a:t>
            </a:r>
            <a:endParaRPr lang="pl-PL" dirty="0"/>
          </a:p>
        </p:txBody>
      </p:sp>
      <p:pic>
        <p:nvPicPr>
          <p:cNvPr id="21506" name="Picture 2" descr="Logotyp Bieszczadzki Park Narodowy"/>
          <p:cNvPicPr>
            <a:picLocks noChangeAspect="1" noChangeArrowheads="1"/>
          </p:cNvPicPr>
          <p:nvPr/>
        </p:nvPicPr>
        <p:blipFill>
          <a:blip r:embed="rId2"/>
          <a:srcRect/>
          <a:stretch>
            <a:fillRect/>
          </a:stretch>
        </p:blipFill>
        <p:spPr bwMode="auto">
          <a:xfrm>
            <a:off x="5143504" y="1857352"/>
            <a:ext cx="3214710" cy="3214710"/>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PN „Bory Tucholskie”</a:t>
            </a:r>
            <a:endParaRPr lang="pl-PL" dirty="0"/>
          </a:p>
        </p:txBody>
      </p:sp>
      <p:sp>
        <p:nvSpPr>
          <p:cNvPr id="3" name="Symbol zastępczy zawartości 2"/>
          <p:cNvSpPr>
            <a:spLocks noGrp="1"/>
          </p:cNvSpPr>
          <p:nvPr>
            <p:ph idx="1"/>
          </p:nvPr>
        </p:nvSpPr>
        <p:spPr>
          <a:xfrm>
            <a:off x="1043493" y="2071678"/>
            <a:ext cx="4671516" cy="4572032"/>
          </a:xfrm>
        </p:spPr>
        <p:txBody>
          <a:bodyPr>
            <a:normAutofit fontScale="92500" lnSpcReduction="20000"/>
          </a:bodyPr>
          <a:lstStyle/>
          <a:p>
            <a:pPr>
              <a:buNone/>
            </a:pPr>
            <a:r>
              <a:rPr lang="pl-PL" dirty="0" smtClean="0"/>
              <a:t>Znajduje się na terenie województwa pomorskiego, został utworzony w 1996, zajmuje powierzchnie ok. 4000ha. Symbolem jest głuszec.</a:t>
            </a:r>
          </a:p>
          <a:p>
            <a:pPr>
              <a:buNone/>
            </a:pPr>
            <a:r>
              <a:rPr lang="pl-PL" dirty="0" smtClean="0"/>
              <a:t>Gatunki występujące:</a:t>
            </a:r>
            <a:br>
              <a:rPr lang="pl-PL" dirty="0" smtClean="0"/>
            </a:br>
            <a:r>
              <a:rPr lang="pl-PL" dirty="0" smtClean="0"/>
              <a:t>poryblin jeziorny, lobelia jeziorna, </a:t>
            </a:r>
            <a:r>
              <a:rPr lang="pl-PL" dirty="0" err="1" smtClean="0"/>
              <a:t>elisma</a:t>
            </a:r>
            <a:r>
              <a:rPr lang="pl-PL" dirty="0" smtClean="0"/>
              <a:t> wodna, </a:t>
            </a:r>
            <a:r>
              <a:rPr lang="pl-PL" dirty="0" smtClean="0"/>
              <a:t>brzoza </a:t>
            </a:r>
            <a:r>
              <a:rPr lang="pl-PL" dirty="0" smtClean="0"/>
              <a:t>niska, </a:t>
            </a:r>
            <a:r>
              <a:rPr lang="pl-PL" dirty="0" smtClean="0"/>
              <a:t>skalnica torfowiskowa, </a:t>
            </a:r>
            <a:r>
              <a:rPr lang="pl-PL" dirty="0" smtClean="0"/>
              <a:t>chamedafne północna</a:t>
            </a:r>
            <a:r>
              <a:rPr lang="pl-PL" dirty="0" smtClean="0"/>
              <a:t>, turzyca strunowa, turzyca bagienna, lipiennik </a:t>
            </a:r>
            <a:r>
              <a:rPr lang="pl-PL" dirty="0" err="1" smtClean="0"/>
              <a:t>Loesela</a:t>
            </a:r>
            <a:r>
              <a:rPr lang="pl-PL" dirty="0" smtClean="0"/>
              <a:t>, przygiełka brunatna, kukułka </a:t>
            </a:r>
            <a:r>
              <a:rPr lang="pl-PL" dirty="0" err="1" smtClean="0"/>
              <a:t>Ruthego</a:t>
            </a:r>
            <a:r>
              <a:rPr lang="pl-PL" dirty="0" smtClean="0"/>
              <a:t>, tołpyga biała, tracz bielaczek, jeleń szlachetny</a:t>
            </a:r>
            <a:endParaRPr lang="pl-PL" dirty="0"/>
          </a:p>
        </p:txBody>
      </p:sp>
      <p:pic>
        <p:nvPicPr>
          <p:cNvPr id="22530" name="Picture 2" descr="POL Park Narodowy &quot;Bory Tucholskie&quot; LOGO.svg"/>
          <p:cNvPicPr>
            <a:picLocks noChangeAspect="1" noChangeArrowheads="1"/>
          </p:cNvPicPr>
          <p:nvPr/>
        </p:nvPicPr>
        <p:blipFill>
          <a:blip r:embed="rId2"/>
          <a:srcRect/>
          <a:stretch>
            <a:fillRect/>
          </a:stretch>
        </p:blipFill>
        <p:spPr bwMode="auto">
          <a:xfrm>
            <a:off x="6215074" y="2714620"/>
            <a:ext cx="1547820" cy="1547820"/>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Kampinowski PN</a:t>
            </a:r>
            <a:endParaRPr lang="pl-PL" dirty="0"/>
          </a:p>
        </p:txBody>
      </p:sp>
      <p:sp>
        <p:nvSpPr>
          <p:cNvPr id="3" name="Symbol zastępczy zawartości 2"/>
          <p:cNvSpPr>
            <a:spLocks noGrp="1"/>
          </p:cNvSpPr>
          <p:nvPr>
            <p:ph idx="1"/>
          </p:nvPr>
        </p:nvSpPr>
        <p:spPr>
          <a:xfrm>
            <a:off x="1043492" y="2071678"/>
            <a:ext cx="4957268" cy="4500594"/>
          </a:xfrm>
        </p:spPr>
        <p:txBody>
          <a:bodyPr>
            <a:normAutofit lnSpcReduction="10000"/>
          </a:bodyPr>
          <a:lstStyle/>
          <a:p>
            <a:pPr>
              <a:buNone/>
            </a:pPr>
            <a:r>
              <a:rPr lang="pl-PL" dirty="0" smtClean="0"/>
              <a:t>PN w województwie mazowieckim. Został utworzony w 1959r. Zajmuje powierzchnię 385 km kw., a symbolem jest łoś.</a:t>
            </a:r>
          </a:p>
          <a:p>
            <a:pPr>
              <a:buNone/>
            </a:pPr>
            <a:r>
              <a:rPr lang="pl-PL" dirty="0" smtClean="0"/>
              <a:t>Gatunki występujące:</a:t>
            </a:r>
            <a:br>
              <a:rPr lang="pl-PL" dirty="0" smtClean="0"/>
            </a:br>
            <a:r>
              <a:rPr lang="pl-PL" dirty="0" smtClean="0"/>
              <a:t>łoś, jenot azjatycki, borsuk europejski, bóbr, jeż wschodni, wydra europejska, wodniczka, orlik krzykliwy, puchacz, wężymord stepowy, zimoziół północny, łyszczec </a:t>
            </a:r>
            <a:r>
              <a:rPr lang="pl-PL" dirty="0" err="1" smtClean="0"/>
              <a:t>baldachogronowy</a:t>
            </a:r>
            <a:endParaRPr lang="pl-PL" dirty="0" smtClean="0"/>
          </a:p>
        </p:txBody>
      </p:sp>
      <p:pic>
        <p:nvPicPr>
          <p:cNvPr id="23554" name="Picture 2" descr="Logotyp Kampinoski Park Narodowy"/>
          <p:cNvPicPr>
            <a:picLocks noChangeAspect="1" noChangeArrowheads="1"/>
          </p:cNvPicPr>
          <p:nvPr/>
        </p:nvPicPr>
        <p:blipFill>
          <a:blip r:embed="rId2"/>
          <a:srcRect/>
          <a:stretch>
            <a:fillRect/>
          </a:stretch>
        </p:blipFill>
        <p:spPr bwMode="auto">
          <a:xfrm>
            <a:off x="5357818" y="1785926"/>
            <a:ext cx="3428992" cy="3428992"/>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Karkonoski PN</a:t>
            </a:r>
            <a:endParaRPr lang="pl-PL" dirty="0"/>
          </a:p>
        </p:txBody>
      </p:sp>
      <p:sp>
        <p:nvSpPr>
          <p:cNvPr id="3" name="Symbol zastępczy zawartości 2"/>
          <p:cNvSpPr>
            <a:spLocks noGrp="1"/>
          </p:cNvSpPr>
          <p:nvPr>
            <p:ph idx="1"/>
          </p:nvPr>
        </p:nvSpPr>
        <p:spPr>
          <a:xfrm>
            <a:off x="1000100" y="2143116"/>
            <a:ext cx="4028573" cy="4534348"/>
          </a:xfrm>
        </p:spPr>
        <p:txBody>
          <a:bodyPr>
            <a:normAutofit fontScale="92500" lnSpcReduction="10000"/>
          </a:bodyPr>
          <a:lstStyle/>
          <a:p>
            <a:pPr>
              <a:buNone/>
            </a:pPr>
            <a:r>
              <a:rPr lang="pl-PL" dirty="0" smtClean="0"/>
              <a:t>PN o powierzchni 5950ha, w województwie dolnośląskim. Utworzony w 1959, a jego symbolem jest dzwonek karkonoski i goryczka </a:t>
            </a:r>
            <a:r>
              <a:rPr lang="pl-PL" dirty="0" err="1" smtClean="0"/>
              <a:t>trojeściowa</a:t>
            </a:r>
            <a:endParaRPr lang="pl-PL" dirty="0" smtClean="0"/>
          </a:p>
          <a:p>
            <a:pPr>
              <a:buNone/>
            </a:pPr>
            <a:r>
              <a:rPr lang="pl-PL" dirty="0" smtClean="0"/>
              <a:t>Gatunki występujące:</a:t>
            </a:r>
            <a:br>
              <a:rPr lang="pl-PL" dirty="0" smtClean="0"/>
            </a:br>
            <a:r>
              <a:rPr lang="pl-PL" dirty="0" smtClean="0"/>
              <a:t>bobry, sarny, lisy, nietoperze, muflon, cietrzew, głuszec, płochacz halny, skalnica bazaltowa, gnidosz sudecki, dzwonek karkonoski</a:t>
            </a:r>
            <a:endParaRPr lang="pl-PL" dirty="0"/>
          </a:p>
        </p:txBody>
      </p:sp>
      <p:pic>
        <p:nvPicPr>
          <p:cNvPr id="24580" name="Picture 4" descr="Logotyp Karkonoski Park Narodowy"/>
          <p:cNvPicPr>
            <a:picLocks noChangeAspect="1" noChangeArrowheads="1"/>
          </p:cNvPicPr>
          <p:nvPr/>
        </p:nvPicPr>
        <p:blipFill>
          <a:blip r:embed="rId2"/>
          <a:srcRect/>
          <a:stretch>
            <a:fillRect/>
          </a:stretch>
        </p:blipFill>
        <p:spPr bwMode="auto">
          <a:xfrm>
            <a:off x="5072066" y="1714476"/>
            <a:ext cx="3357586" cy="3357586"/>
          </a:xfrm>
          <a:prstGeom prst="rect">
            <a:avLst/>
          </a:prstGeo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Poleski PN</a:t>
            </a:r>
            <a:endParaRPr lang="pl-PL" dirty="0"/>
          </a:p>
        </p:txBody>
      </p:sp>
      <p:sp>
        <p:nvSpPr>
          <p:cNvPr id="3" name="Symbol zastępczy zawartości 2"/>
          <p:cNvSpPr>
            <a:spLocks noGrp="1"/>
          </p:cNvSpPr>
          <p:nvPr>
            <p:ph idx="1"/>
          </p:nvPr>
        </p:nvSpPr>
        <p:spPr>
          <a:xfrm>
            <a:off x="1043492" y="2000240"/>
            <a:ext cx="4385763" cy="4714884"/>
          </a:xfrm>
        </p:spPr>
        <p:txBody>
          <a:bodyPr>
            <a:normAutofit fontScale="92500" lnSpcReduction="10000"/>
          </a:bodyPr>
          <a:lstStyle/>
          <a:p>
            <a:pPr>
              <a:buNone/>
            </a:pPr>
            <a:r>
              <a:rPr lang="pl-PL" dirty="0" smtClean="0"/>
              <a:t>Obejmuje województwo lubelskie, ma powierzchnię 9760ha, został utworzony w 1990. Symbolem jest żuraw.</a:t>
            </a:r>
          </a:p>
          <a:p>
            <a:pPr>
              <a:buNone/>
            </a:pPr>
            <a:r>
              <a:rPr lang="pl-PL" dirty="0" smtClean="0"/>
              <a:t>Gatunki występujące:</a:t>
            </a:r>
            <a:br>
              <a:rPr lang="pl-PL" dirty="0" smtClean="0"/>
            </a:br>
            <a:r>
              <a:rPr lang="pl-PL" dirty="0" smtClean="0"/>
              <a:t>turzyca bagienna i strunowa, gnidosz królewski, rosiczka długolistna, wąkrota zwyczajna, mieniaka tęczowa, modraszek </a:t>
            </a:r>
            <a:r>
              <a:rPr lang="pl-PL" dirty="0" err="1" smtClean="0"/>
              <a:t>telejus</a:t>
            </a:r>
            <a:r>
              <a:rPr lang="pl-PL" dirty="0" smtClean="0"/>
              <a:t>,  </a:t>
            </a:r>
            <a:r>
              <a:rPr lang="pl-PL" dirty="0" err="1" smtClean="0"/>
              <a:t>tygrzyk</a:t>
            </a:r>
            <a:r>
              <a:rPr lang="pl-PL" dirty="0" smtClean="0"/>
              <a:t> paskowany, koza pospolita, żółw błotny, grzebiuszka ziemna</a:t>
            </a:r>
            <a:endParaRPr lang="pl-PL" dirty="0"/>
          </a:p>
        </p:txBody>
      </p:sp>
      <p:pic>
        <p:nvPicPr>
          <p:cNvPr id="25602" name="Picture 2" descr="Logotyp Poleski Park Narodowy"/>
          <p:cNvPicPr>
            <a:picLocks noChangeAspect="1" noChangeArrowheads="1"/>
          </p:cNvPicPr>
          <p:nvPr/>
        </p:nvPicPr>
        <p:blipFill>
          <a:blip r:embed="rId2"/>
          <a:srcRect/>
          <a:stretch>
            <a:fillRect/>
          </a:stretch>
        </p:blipFill>
        <p:spPr bwMode="auto">
          <a:xfrm>
            <a:off x="5572132" y="2143116"/>
            <a:ext cx="2912674" cy="2928946"/>
          </a:xfrm>
          <a:prstGeom prst="rect">
            <a:avLst/>
          </a:prstGeo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Słowiński PN</a:t>
            </a:r>
            <a:endParaRPr lang="pl-PL" dirty="0"/>
          </a:p>
        </p:txBody>
      </p:sp>
      <p:sp>
        <p:nvSpPr>
          <p:cNvPr id="3" name="Symbol zastępczy zawartości 2"/>
          <p:cNvSpPr>
            <a:spLocks noGrp="1"/>
          </p:cNvSpPr>
          <p:nvPr>
            <p:ph idx="1"/>
          </p:nvPr>
        </p:nvSpPr>
        <p:spPr>
          <a:xfrm>
            <a:off x="1071538" y="2143116"/>
            <a:ext cx="4071966" cy="4534372"/>
          </a:xfrm>
        </p:spPr>
        <p:txBody>
          <a:bodyPr>
            <a:normAutofit fontScale="92500" lnSpcReduction="20000"/>
          </a:bodyPr>
          <a:lstStyle/>
          <a:p>
            <a:pPr>
              <a:buNone/>
            </a:pPr>
            <a:r>
              <a:rPr lang="pl-PL" dirty="0" smtClean="0"/>
              <a:t>Utworzony w 1967, ma powierzchnię 32 744ha, leży na wybrzeżu w województwie pomorskim. Jego symbolem jest mewa.</a:t>
            </a:r>
          </a:p>
          <a:p>
            <a:pPr>
              <a:buNone/>
            </a:pPr>
            <a:r>
              <a:rPr lang="pl-PL" dirty="0" smtClean="0"/>
              <a:t>Gatunki występujące:</a:t>
            </a:r>
            <a:br>
              <a:rPr lang="pl-PL" dirty="0" smtClean="0"/>
            </a:br>
            <a:r>
              <a:rPr lang="pl-PL" dirty="0" smtClean="0"/>
              <a:t>widłak </a:t>
            </a:r>
            <a:r>
              <a:rPr lang="pl-PL" dirty="0" smtClean="0"/>
              <a:t>torfowy, </a:t>
            </a:r>
            <a:r>
              <a:rPr lang="pl-PL" dirty="0" smtClean="0"/>
              <a:t>mikołajek </a:t>
            </a:r>
            <a:r>
              <a:rPr lang="pl-PL" dirty="0" smtClean="0"/>
              <a:t>nadmorski, </a:t>
            </a:r>
            <a:r>
              <a:rPr lang="pl-PL" dirty="0" smtClean="0"/>
              <a:t>zimoziół północny</a:t>
            </a:r>
            <a:r>
              <a:rPr lang="pl-PL" dirty="0" smtClean="0"/>
              <a:t>, </a:t>
            </a:r>
            <a:r>
              <a:rPr lang="pl-PL" dirty="0" smtClean="0"/>
              <a:t>długosz </a:t>
            </a:r>
            <a:r>
              <a:rPr lang="pl-PL" dirty="0" smtClean="0"/>
              <a:t>królewski, </a:t>
            </a:r>
            <a:r>
              <a:rPr lang="pl-PL" dirty="0" smtClean="0"/>
              <a:t>malina </a:t>
            </a:r>
            <a:r>
              <a:rPr lang="pl-PL" dirty="0" smtClean="0"/>
              <a:t>moroszka, biegus rdzawy, mewa srebrzysta, </a:t>
            </a:r>
            <a:r>
              <a:rPr lang="pl-PL" dirty="0" err="1" smtClean="0"/>
              <a:t>krwawodziób</a:t>
            </a:r>
            <a:r>
              <a:rPr lang="pl-PL" dirty="0" smtClean="0"/>
              <a:t>, włochatka, żaba śmieszka</a:t>
            </a:r>
          </a:p>
        </p:txBody>
      </p:sp>
      <p:pic>
        <p:nvPicPr>
          <p:cNvPr id="26626" name="Picture 2" descr="Logotyp Słowiński Park Narodowy"/>
          <p:cNvPicPr>
            <a:picLocks noChangeAspect="1" noChangeArrowheads="1"/>
          </p:cNvPicPr>
          <p:nvPr/>
        </p:nvPicPr>
        <p:blipFill>
          <a:blip r:embed="rId2"/>
          <a:srcRect/>
          <a:stretch>
            <a:fillRect/>
          </a:stretch>
        </p:blipFill>
        <p:spPr bwMode="auto">
          <a:xfrm>
            <a:off x="5429256" y="1857352"/>
            <a:ext cx="2786082" cy="2786082"/>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Tatrzański PN</a:t>
            </a:r>
            <a:endParaRPr lang="pl-PL" dirty="0"/>
          </a:p>
        </p:txBody>
      </p:sp>
      <p:sp>
        <p:nvSpPr>
          <p:cNvPr id="3" name="Symbol zastępczy zawartości 2"/>
          <p:cNvSpPr>
            <a:spLocks noGrp="1"/>
          </p:cNvSpPr>
          <p:nvPr>
            <p:ph idx="1"/>
          </p:nvPr>
        </p:nvSpPr>
        <p:spPr>
          <a:xfrm>
            <a:off x="1000100" y="1928802"/>
            <a:ext cx="5171581" cy="4572032"/>
          </a:xfrm>
        </p:spPr>
        <p:txBody>
          <a:bodyPr>
            <a:normAutofit/>
          </a:bodyPr>
          <a:lstStyle/>
          <a:p>
            <a:pPr>
              <a:buNone/>
            </a:pPr>
            <a:r>
              <a:rPr lang="pl-PL" dirty="0" smtClean="0"/>
              <a:t>Utworzony 1955, ma powierzchnię 211 km kw. Znajduje się w województwie małopolskim. Jego symbolem jest kozica tatrzańska.</a:t>
            </a:r>
          </a:p>
          <a:p>
            <a:pPr>
              <a:buNone/>
            </a:pPr>
            <a:r>
              <a:rPr lang="pl-PL" dirty="0" smtClean="0"/>
              <a:t>Gatunki występujące:</a:t>
            </a:r>
            <a:br>
              <a:rPr lang="pl-PL" dirty="0" smtClean="0"/>
            </a:br>
            <a:r>
              <a:rPr lang="pl-PL" dirty="0" smtClean="0"/>
              <a:t>goryczek, sasanka alpejska, goździk lodowcowy, jaskier </a:t>
            </a:r>
            <a:r>
              <a:rPr lang="pl-PL" dirty="0" err="1" smtClean="0"/>
              <a:t>lodnikowy</a:t>
            </a:r>
            <a:r>
              <a:rPr lang="pl-PL" dirty="0" smtClean="0"/>
              <a:t>, łasica pospolita, dębik ośmiopłatkowy, wiechlina tatrzańska, wierzba żyłkowana</a:t>
            </a:r>
          </a:p>
        </p:txBody>
      </p:sp>
      <p:pic>
        <p:nvPicPr>
          <p:cNvPr id="27650" name="Picture 2" descr="Logotyp Tatrzański Park Narodowy"/>
          <p:cNvPicPr>
            <a:picLocks noChangeAspect="1" noChangeArrowheads="1"/>
          </p:cNvPicPr>
          <p:nvPr/>
        </p:nvPicPr>
        <p:blipFill>
          <a:blip r:embed="rId2"/>
          <a:srcRect r="64743"/>
          <a:stretch>
            <a:fillRect/>
          </a:stretch>
        </p:blipFill>
        <p:spPr bwMode="auto">
          <a:xfrm>
            <a:off x="6000759" y="1785926"/>
            <a:ext cx="2357455" cy="2786077"/>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endParaRPr lang="pl-PL"/>
          </a:p>
        </p:txBody>
      </p:sp>
      <p:sp>
        <p:nvSpPr>
          <p:cNvPr id="3" name="Symbol zastępczy zawartości 2"/>
          <p:cNvSpPr>
            <a:spLocks noGrp="1"/>
          </p:cNvSpPr>
          <p:nvPr>
            <p:ph idx="1"/>
          </p:nvPr>
        </p:nvSpPr>
        <p:spPr/>
        <p:txBody>
          <a:bodyPr/>
          <a:lstStyle/>
          <a:p>
            <a:pPr>
              <a:buNone/>
            </a:pPr>
            <a:r>
              <a:rPr lang="pl-PL" dirty="0" smtClean="0"/>
              <a:t>Wybrałem te parki, ponieważ są one zakwalifikowane jako rezerwat biosfery UNESCO. Niektóre zostały włączone do programu </a:t>
            </a:r>
            <a:r>
              <a:rPr lang="pl-PL" dirty="0" err="1" smtClean="0"/>
              <a:t>UNESCO-MAB</a:t>
            </a:r>
            <a:r>
              <a:rPr lang="pl-PL" dirty="0" smtClean="0"/>
              <a:t> „Człowiek i biosfera”.</a:t>
            </a:r>
            <a:endParaRPr lang="pl-PL"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Planowane PN</a:t>
            </a:r>
            <a:endParaRPr lang="pl-PL" dirty="0"/>
          </a:p>
        </p:txBody>
      </p:sp>
      <p:sp>
        <p:nvSpPr>
          <p:cNvPr id="3" name="Symbol zastępczy zawartości 2"/>
          <p:cNvSpPr>
            <a:spLocks noGrp="1"/>
          </p:cNvSpPr>
          <p:nvPr>
            <p:ph idx="1"/>
          </p:nvPr>
        </p:nvSpPr>
        <p:spPr/>
        <p:txBody>
          <a:bodyPr/>
          <a:lstStyle/>
          <a:p>
            <a:r>
              <a:rPr lang="pl-PL" dirty="0" smtClean="0"/>
              <a:t>Jurajski PN</a:t>
            </a:r>
          </a:p>
          <a:p>
            <a:r>
              <a:rPr lang="pl-PL" dirty="0" err="1" smtClean="0"/>
              <a:t>Turnicki</a:t>
            </a:r>
            <a:r>
              <a:rPr lang="pl-PL" dirty="0" smtClean="0"/>
              <a:t> PN</a:t>
            </a:r>
          </a:p>
          <a:p>
            <a:r>
              <a:rPr lang="pl-PL" dirty="0" smtClean="0"/>
              <a:t>Mazurski PN</a:t>
            </a:r>
          </a:p>
          <a:p>
            <a:r>
              <a:rPr lang="pl-PL" dirty="0" smtClean="0"/>
              <a:t>Szczeciński</a:t>
            </a:r>
          </a:p>
          <a:p>
            <a:r>
              <a:rPr lang="pl-PL" dirty="0" smtClean="0"/>
              <a:t>PN Dolina Dolnej Odry</a:t>
            </a:r>
          </a:p>
          <a:p>
            <a:r>
              <a:rPr lang="pl-PL" dirty="0" smtClean="0"/>
              <a:t>Lasy </a:t>
            </a:r>
            <a:r>
              <a:rPr lang="pl-PL" dirty="0" err="1" smtClean="0"/>
              <a:t>Mirachowskie</a:t>
            </a:r>
            <a:endParaRPr lang="pl-PL"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ytuł 1"/>
          <p:cNvSpPr>
            <a:spLocks noGrp="1"/>
          </p:cNvSpPr>
          <p:nvPr>
            <p:ph type="title"/>
          </p:nvPr>
        </p:nvSpPr>
        <p:spPr/>
        <p:txBody>
          <a:bodyPr/>
          <a:lstStyle/>
          <a:p>
            <a:r>
              <a:rPr lang="pl-PL" dirty="0" smtClean="0"/>
              <a:t>Dziękuję </a:t>
            </a:r>
            <a:r>
              <a:rPr lang="pl-PL" smtClean="0"/>
              <a:t>za uwagę</a:t>
            </a:r>
            <a:endParaRPr lang="pl-PL"/>
          </a:p>
        </p:txBody>
      </p:sp>
      <p:sp>
        <p:nvSpPr>
          <p:cNvPr id="3" name="Symbol zastępczy zawartości 2"/>
          <p:cNvSpPr>
            <a:spLocks noGrp="1"/>
          </p:cNvSpPr>
          <p:nvPr>
            <p:ph idx="1"/>
          </p:nvPr>
        </p:nvSpPr>
        <p:spPr/>
        <p:txBody>
          <a:bodyPr/>
          <a:lstStyle/>
          <a:p>
            <a:endParaRPr lang="pl-PL"/>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ustin">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ustin">
      <a:fillStyleLst>
        <a:solidFill>
          <a:schemeClr val="phClr"/>
        </a:solidFill>
        <a:gradFill rotWithShape="1">
          <a:gsLst>
            <a:gs pos="0">
              <a:schemeClr val="phClr">
                <a:tint val="20000"/>
                <a:satMod val="180000"/>
                <a:lumMod val="98000"/>
              </a:schemeClr>
            </a:gs>
            <a:gs pos="40000">
              <a:schemeClr val="phClr">
                <a:tint val="30000"/>
                <a:satMod val="260000"/>
                <a:lumMod val="84000"/>
              </a:schemeClr>
            </a:gs>
            <a:gs pos="100000">
              <a:schemeClr val="phClr">
                <a:tint val="100000"/>
                <a:satMod val="110000"/>
                <a:lumMod val="100000"/>
              </a:schemeClr>
            </a:gs>
          </a:gsLst>
          <a:lin ang="5040000" scaled="1"/>
        </a:gradFill>
        <a:gradFill rotWithShape="1">
          <a:gsLst>
            <a:gs pos="0">
              <a:schemeClr val="phClr"/>
            </a:gs>
            <a:gs pos="100000">
              <a:schemeClr val="phClr">
                <a:shade val="75000"/>
                <a:satMod val="120000"/>
                <a:lumMod val="9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scene3d>
            <a:camera prst="orthographicFront">
              <a:rot lat="0" lon="0" rev="0"/>
            </a:camera>
            <a:lightRig rig="threePt" dir="tl">
              <a:rot lat="0" lon="0" rev="20400000"/>
            </a:lightRig>
          </a:scene3d>
          <a:sp3d>
            <a:bevelT w="50800" h="12700" prst="softRound"/>
          </a:sp3d>
        </a:effectStyle>
        <a:effectStyle>
          <a:effectLst>
            <a:outerShdw blurRad="44450" dist="50800" dir="5400000" sx="96000" rotWithShape="0">
              <a:srgbClr val="000000">
                <a:alpha val="34000"/>
              </a:srgbClr>
            </a:outerShdw>
          </a:effectLst>
          <a:scene3d>
            <a:camera prst="orthographicFront">
              <a:rot lat="0" lon="0" rev="0"/>
            </a:camera>
            <a:lightRig rig="threePt" dir="tl">
              <a:rot lat="0" lon="0" rev="20400000"/>
            </a:lightRig>
          </a:scene3d>
          <a:sp3d contourW="15875" prstMaterial="metal">
            <a:bevelT w="101600" h="25400" prst="softRound"/>
            <a:contourClr>
              <a:schemeClr val="phClr">
                <a:shade val="30000"/>
              </a:schemeClr>
            </a:contourClr>
          </a:sp3d>
        </a:effectStyle>
      </a:effectStyleLst>
      <a:bgFillStyleLst>
        <a:solidFill>
          <a:schemeClr val="phClr"/>
        </a:solidFill>
        <a:gradFill rotWithShape="1">
          <a:gsLst>
            <a:gs pos="0">
              <a:schemeClr val="phClr">
                <a:shade val="94000"/>
                <a:satMod val="114000"/>
                <a:lumMod val="96000"/>
              </a:schemeClr>
            </a:gs>
            <a:gs pos="62000">
              <a:schemeClr val="phClr">
                <a:tint val="92000"/>
                <a:shade val="66000"/>
                <a:satMod val="110000"/>
                <a:lumMod val="80000"/>
              </a:schemeClr>
            </a:gs>
            <a:gs pos="100000">
              <a:schemeClr val="phClr">
                <a:tint val="89000"/>
                <a:shade val="62000"/>
                <a:satMod val="110000"/>
                <a:lumMod val="72000"/>
              </a:schemeClr>
            </a:gs>
          </a:gsLst>
          <a:lin ang="5400000" scaled="0"/>
        </a:gradFill>
        <a:blipFill rotWithShape="1">
          <a:blip xmlns:r="http://schemas.openxmlformats.org/officeDocument/2006/relationships" r:embed="rId1">
            <a:duotone>
              <a:schemeClr val="phClr">
                <a:tint val="80000"/>
                <a:shade val="58000"/>
              </a:schemeClr>
              <a:schemeClr val="phClr">
                <a:tint val="73000"/>
                <a:shade val="68000"/>
                <a:satMod val="150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TF00001203</Template>
  <TotalTime>113</TotalTime>
  <Words>575</Words>
  <Application>Microsoft Office PowerPoint</Application>
  <PresentationFormat>Pokaz na ekranie (4:3)</PresentationFormat>
  <Paragraphs>70</Paragraphs>
  <Slides>18</Slides>
  <Notes>0</Notes>
  <HiddenSlides>0</HiddenSlides>
  <MMClips>0</MMClips>
  <ScaleCrop>false</ScaleCrop>
  <HeadingPairs>
    <vt:vector size="4" baseType="variant">
      <vt:variant>
        <vt:lpstr>Motyw</vt:lpstr>
      </vt:variant>
      <vt:variant>
        <vt:i4>1</vt:i4>
      </vt:variant>
      <vt:variant>
        <vt:lpstr>Tytuły slajdów</vt:lpstr>
      </vt:variant>
      <vt:variant>
        <vt:i4>18</vt:i4>
      </vt:variant>
    </vt:vector>
  </HeadingPairs>
  <TitlesOfParts>
    <vt:vector size="19" baseType="lpstr">
      <vt:lpstr>Austin</vt:lpstr>
      <vt:lpstr>Polskie Parki Narodowe</vt:lpstr>
      <vt:lpstr>Co to jest Park Narodowy?</vt:lpstr>
      <vt:lpstr>Po co funkcjonuje?</vt:lpstr>
      <vt:lpstr>Parki, a turystyka</vt:lpstr>
      <vt:lpstr>Organ nadzorujący</vt:lpstr>
      <vt:lpstr>Lista Parków Narodowych</vt:lpstr>
      <vt:lpstr>Babiogórski PN</vt:lpstr>
      <vt:lpstr>Białowieski PN</vt:lpstr>
      <vt:lpstr>Bieszczadzki PN</vt:lpstr>
      <vt:lpstr>PN „Bory Tucholskie”</vt:lpstr>
      <vt:lpstr>Kampinowski PN</vt:lpstr>
      <vt:lpstr>Karkonoski PN</vt:lpstr>
      <vt:lpstr>Poleski PN</vt:lpstr>
      <vt:lpstr>Słowiński PN</vt:lpstr>
      <vt:lpstr>Tatrzański PN</vt:lpstr>
      <vt:lpstr>Slajd 16</vt:lpstr>
      <vt:lpstr>Planowane PN</vt:lpstr>
      <vt:lpstr>Dziękuję za uwagę</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Polskie Parki Narodowe</dc:title>
  <dc:creator>Rozalia</dc:creator>
  <cp:lastModifiedBy>Rozalia</cp:lastModifiedBy>
  <cp:revision>12</cp:revision>
  <dcterms:created xsi:type="dcterms:W3CDTF">2019-05-27T18:43:14Z</dcterms:created>
  <dcterms:modified xsi:type="dcterms:W3CDTF">2019-05-27T20:36:26Z</dcterms:modified>
</cp:coreProperties>
</file>